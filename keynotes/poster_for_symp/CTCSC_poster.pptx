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438912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981200" rtl="0" fontAlgn="auto" latinLnBrk="0" hangingPunct="0">
      <a:lnSpc>
        <a:spcPct val="100000"/>
      </a:lnSpc>
      <a:spcBef>
        <a:spcPts val="14100"/>
      </a:spcBef>
      <a:spcAft>
        <a:spcPts val="0"/>
      </a:spcAft>
      <a:buClrTx/>
      <a:buSzTx/>
      <a:buFontTx/>
      <a:buNone/>
      <a:tabLst/>
      <a:defRPr b="0" baseline="0" cap="none" i="0" spc="0" strike="noStrike" sz="11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1981200" rtl="0" fontAlgn="auto" latinLnBrk="0" hangingPunct="0">
      <a:lnSpc>
        <a:spcPct val="100000"/>
      </a:lnSpc>
      <a:spcBef>
        <a:spcPts val="14100"/>
      </a:spcBef>
      <a:spcAft>
        <a:spcPts val="0"/>
      </a:spcAft>
      <a:buClrTx/>
      <a:buSzTx/>
      <a:buFontTx/>
      <a:buNone/>
      <a:tabLst/>
      <a:defRPr b="0" baseline="0" cap="none" i="0" spc="0" strike="noStrike" sz="11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1981200" rtl="0" fontAlgn="auto" latinLnBrk="0" hangingPunct="0">
      <a:lnSpc>
        <a:spcPct val="100000"/>
      </a:lnSpc>
      <a:spcBef>
        <a:spcPts val="14100"/>
      </a:spcBef>
      <a:spcAft>
        <a:spcPts val="0"/>
      </a:spcAft>
      <a:buClrTx/>
      <a:buSzTx/>
      <a:buFontTx/>
      <a:buNone/>
      <a:tabLst/>
      <a:defRPr b="0" baseline="0" cap="none" i="0" spc="0" strike="noStrike" sz="11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1981200" rtl="0" fontAlgn="auto" latinLnBrk="0" hangingPunct="0">
      <a:lnSpc>
        <a:spcPct val="100000"/>
      </a:lnSpc>
      <a:spcBef>
        <a:spcPts val="14100"/>
      </a:spcBef>
      <a:spcAft>
        <a:spcPts val="0"/>
      </a:spcAft>
      <a:buClrTx/>
      <a:buSzTx/>
      <a:buFontTx/>
      <a:buNone/>
      <a:tabLst/>
      <a:defRPr b="0" baseline="0" cap="none" i="0" spc="0" strike="noStrike" sz="11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1981200" rtl="0" fontAlgn="auto" latinLnBrk="0" hangingPunct="0">
      <a:lnSpc>
        <a:spcPct val="100000"/>
      </a:lnSpc>
      <a:spcBef>
        <a:spcPts val="14100"/>
      </a:spcBef>
      <a:spcAft>
        <a:spcPts val="0"/>
      </a:spcAft>
      <a:buClrTx/>
      <a:buSzTx/>
      <a:buFontTx/>
      <a:buNone/>
      <a:tabLst/>
      <a:defRPr b="0" baseline="0" cap="none" i="0" spc="0" strike="noStrike" sz="11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1981200" rtl="0" fontAlgn="auto" latinLnBrk="0" hangingPunct="0">
      <a:lnSpc>
        <a:spcPct val="100000"/>
      </a:lnSpc>
      <a:spcBef>
        <a:spcPts val="14100"/>
      </a:spcBef>
      <a:spcAft>
        <a:spcPts val="0"/>
      </a:spcAft>
      <a:buClrTx/>
      <a:buSzTx/>
      <a:buFontTx/>
      <a:buNone/>
      <a:tabLst/>
      <a:defRPr b="0" baseline="0" cap="none" i="0" spc="0" strike="noStrike" sz="11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1981200" rtl="0" fontAlgn="auto" latinLnBrk="0" hangingPunct="0">
      <a:lnSpc>
        <a:spcPct val="100000"/>
      </a:lnSpc>
      <a:spcBef>
        <a:spcPts val="14100"/>
      </a:spcBef>
      <a:spcAft>
        <a:spcPts val="0"/>
      </a:spcAft>
      <a:buClrTx/>
      <a:buSzTx/>
      <a:buFontTx/>
      <a:buNone/>
      <a:tabLst/>
      <a:defRPr b="0" baseline="0" cap="none" i="0" spc="0" strike="noStrike" sz="11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1981200" rtl="0" fontAlgn="auto" latinLnBrk="0" hangingPunct="0">
      <a:lnSpc>
        <a:spcPct val="100000"/>
      </a:lnSpc>
      <a:spcBef>
        <a:spcPts val="14100"/>
      </a:spcBef>
      <a:spcAft>
        <a:spcPts val="0"/>
      </a:spcAft>
      <a:buClrTx/>
      <a:buSzTx/>
      <a:buFontTx/>
      <a:buNone/>
      <a:tabLst/>
      <a:defRPr b="0" baseline="0" cap="none" i="0" spc="0" strike="noStrike" sz="11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1981200" rtl="0" fontAlgn="auto" latinLnBrk="0" hangingPunct="0">
      <a:lnSpc>
        <a:spcPct val="100000"/>
      </a:lnSpc>
      <a:spcBef>
        <a:spcPts val="14100"/>
      </a:spcBef>
      <a:spcAft>
        <a:spcPts val="0"/>
      </a:spcAft>
      <a:buClrTx/>
      <a:buSzTx/>
      <a:buFontTx/>
      <a:buNone/>
      <a:tabLst/>
      <a:defRPr b="0" baseline="0" cap="none" i="0" spc="0" strike="noStrike" sz="11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175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B8B8B8"/>
              </a:solidFill>
              <a:prstDash val="solid"/>
              <a:miter lim="400000"/>
            </a:ln>
          </a:left>
          <a:right>
            <a:ln w="3175" cap="flat">
              <a:solidFill>
                <a:srgbClr val="B8B8B8"/>
              </a:solidFill>
              <a:prstDash val="solid"/>
              <a:miter lim="400000"/>
            </a:ln>
          </a:right>
          <a:top>
            <a:ln w="3175" cap="flat">
              <a:solidFill>
                <a:srgbClr val="B8B8B8"/>
              </a:solidFill>
              <a:prstDash val="solid"/>
              <a:miter lim="400000"/>
            </a:ln>
          </a:top>
          <a:bottom>
            <a:ln w="3175" cap="flat">
              <a:solidFill>
                <a:srgbClr val="B8B8B8"/>
              </a:solidFill>
              <a:prstDash val="solid"/>
              <a:miter lim="400000"/>
            </a:ln>
          </a:bottom>
          <a:insideH>
            <a:ln w="3175" cap="flat">
              <a:solidFill>
                <a:srgbClr val="B8B8B8"/>
              </a:solidFill>
              <a:prstDash val="solid"/>
              <a:miter lim="400000"/>
            </a:ln>
          </a:insideH>
          <a:insideV>
            <a:ln w="3175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929292"/>
              </a:solidFill>
              <a:prstDash val="solid"/>
              <a:miter lim="400000"/>
            </a:ln>
          </a:left>
          <a:right>
            <a:ln w="3175" cap="flat">
              <a:solidFill>
                <a:srgbClr val="929292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929292"/>
              </a:solidFill>
              <a:prstDash val="solid"/>
              <a:miter lim="400000"/>
            </a:ln>
          </a:insideH>
          <a:insideV>
            <a:ln w="3175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sz="quarter" idx="21"/>
          </p:nvPr>
        </p:nvSpPr>
        <p:spPr>
          <a:xfrm>
            <a:off x="15418057" y="11237976"/>
            <a:ext cx="13057633" cy="87050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13624560" y="18370295"/>
            <a:ext cx="16642081" cy="144475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3624560" y="19760184"/>
            <a:ext cx="16642081" cy="11430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4447519" y="14785847"/>
            <a:ext cx="14996160" cy="3346705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sz="quarter" idx="21"/>
          </p:nvPr>
        </p:nvSpPr>
        <p:spPr>
          <a:xfrm>
            <a:off x="22402800" y="12207240"/>
            <a:ext cx="8257032" cy="82570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14356080" y="12207240"/>
            <a:ext cx="7360920" cy="3995928"/>
          </a:xfrm>
          <a:prstGeom prst="rect">
            <a:avLst/>
          </a:prstGeom>
        </p:spPr>
        <p:txBody>
          <a:bodyPr/>
          <a:lstStyle>
            <a:lvl1pPr>
              <a:defRPr sz="20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14356080" y="16221456"/>
            <a:ext cx="7360920" cy="4123945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xfrm>
            <a:off x="14383512" y="11777471"/>
            <a:ext cx="15124177" cy="1645921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xfrm>
            <a:off x="14383512" y="11777471"/>
            <a:ext cx="15124177" cy="1645921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sz="quarter" idx="1"/>
          </p:nvPr>
        </p:nvSpPr>
        <p:spPr>
          <a:xfrm>
            <a:off x="14383512" y="13789152"/>
            <a:ext cx="15124177" cy="6693408"/>
          </a:xfrm>
          <a:prstGeom prst="rect">
            <a:avLst/>
          </a:prstGeom>
        </p:spPr>
        <p:txBody>
          <a:bodyPr anchor="ctr"/>
          <a:lstStyle>
            <a:lvl1pPr marL="1508124" indent="-1508124" algn="l">
              <a:spcBef>
                <a:spcPts val="14100"/>
              </a:spcBef>
              <a:buSzPct val="125000"/>
              <a:buChar char="•"/>
              <a:defRPr sz="11400"/>
            </a:lvl1pPr>
            <a:lvl2pPr marL="2143125" indent="-1508125" algn="l">
              <a:spcBef>
                <a:spcPts val="14100"/>
              </a:spcBef>
              <a:buSzPct val="125000"/>
              <a:buChar char="•"/>
              <a:defRPr sz="11400"/>
            </a:lvl2pPr>
            <a:lvl3pPr marL="2778125" indent="-1508125" algn="l">
              <a:spcBef>
                <a:spcPts val="14100"/>
              </a:spcBef>
              <a:buSzPct val="125000"/>
              <a:buChar char="•"/>
              <a:defRPr sz="11400"/>
            </a:lvl3pPr>
            <a:lvl4pPr marL="3413125" indent="-1508125" algn="l">
              <a:spcBef>
                <a:spcPts val="14100"/>
              </a:spcBef>
              <a:buSzPct val="125000"/>
              <a:buChar char="•"/>
              <a:defRPr sz="11400"/>
            </a:lvl4pPr>
            <a:lvl5pPr marL="4048125" indent="-1508125" algn="l">
              <a:spcBef>
                <a:spcPts val="14100"/>
              </a:spcBef>
              <a:buSzPct val="125000"/>
              <a:buChar char="•"/>
              <a:defRPr sz="1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sz="quarter" idx="21"/>
          </p:nvPr>
        </p:nvSpPr>
        <p:spPr>
          <a:xfrm>
            <a:off x="21058632" y="13789152"/>
            <a:ext cx="10040113" cy="669340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xfrm>
            <a:off x="14383512" y="11777471"/>
            <a:ext cx="15124177" cy="1645921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quarter" idx="1"/>
          </p:nvPr>
        </p:nvSpPr>
        <p:spPr>
          <a:xfrm>
            <a:off x="14383512" y="13789152"/>
            <a:ext cx="7360921" cy="6693408"/>
          </a:xfrm>
          <a:prstGeom prst="rect">
            <a:avLst/>
          </a:prstGeom>
        </p:spPr>
        <p:txBody>
          <a:bodyPr anchor="ctr"/>
          <a:lstStyle>
            <a:lvl1pPr marL="1323473" indent="-1323473" algn="l">
              <a:spcBef>
                <a:spcPts val="10800"/>
              </a:spcBef>
              <a:buSzPct val="125000"/>
              <a:buChar char="•"/>
              <a:defRPr sz="9000"/>
            </a:lvl1pPr>
            <a:lvl2pPr marL="1882273" indent="-1323473" algn="l">
              <a:spcBef>
                <a:spcPts val="10800"/>
              </a:spcBef>
              <a:buSzPct val="125000"/>
              <a:buChar char="•"/>
              <a:defRPr sz="9000"/>
            </a:lvl2pPr>
            <a:lvl3pPr marL="2441073" indent="-1323473" algn="l">
              <a:spcBef>
                <a:spcPts val="10800"/>
              </a:spcBef>
              <a:buSzPct val="125000"/>
              <a:buChar char="•"/>
              <a:defRPr sz="9000"/>
            </a:lvl3pPr>
            <a:lvl4pPr marL="2999873" indent="-1323473" algn="l">
              <a:spcBef>
                <a:spcPts val="10800"/>
              </a:spcBef>
              <a:buSzPct val="125000"/>
              <a:buChar char="•"/>
              <a:defRPr sz="9000"/>
            </a:lvl4pPr>
            <a:lvl5pPr marL="3558673" indent="-1323473" algn="l">
              <a:spcBef>
                <a:spcPts val="10800"/>
              </a:spcBef>
              <a:buSzPct val="125000"/>
              <a:buChar char="•"/>
              <a:defRPr sz="9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xfrm>
            <a:off x="14383512" y="11777471"/>
            <a:ext cx="15124177" cy="1645921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quarter" idx="1"/>
          </p:nvPr>
        </p:nvSpPr>
        <p:spPr>
          <a:xfrm>
            <a:off x="14383512" y="13789152"/>
            <a:ext cx="7360921" cy="6693408"/>
          </a:xfrm>
          <a:prstGeom prst="rect">
            <a:avLst/>
          </a:prstGeom>
        </p:spPr>
        <p:txBody>
          <a:bodyPr anchor="ctr"/>
          <a:lstStyle>
            <a:lvl1pPr marL="1323473" indent="-1323473" algn="l">
              <a:spcBef>
                <a:spcPts val="10800"/>
              </a:spcBef>
              <a:buSzPct val="125000"/>
              <a:buChar char="•"/>
              <a:defRPr sz="9000"/>
            </a:lvl1pPr>
            <a:lvl2pPr marL="1882273" indent="-1323473" algn="l">
              <a:spcBef>
                <a:spcPts val="10800"/>
              </a:spcBef>
              <a:buSzPct val="125000"/>
              <a:buChar char="•"/>
              <a:defRPr sz="9000"/>
            </a:lvl2pPr>
            <a:lvl3pPr marL="2441073" indent="-1323473" algn="l">
              <a:spcBef>
                <a:spcPts val="10800"/>
              </a:spcBef>
              <a:buSzPct val="125000"/>
              <a:buChar char="•"/>
              <a:defRPr sz="9000"/>
            </a:lvl3pPr>
            <a:lvl4pPr marL="2999873" indent="-1323473" algn="l">
              <a:spcBef>
                <a:spcPts val="10800"/>
              </a:spcBef>
              <a:buSzPct val="125000"/>
              <a:buChar char="•"/>
              <a:defRPr sz="9000"/>
            </a:lvl4pPr>
            <a:lvl5pPr marL="3558673" indent="-1323473" algn="l">
              <a:spcBef>
                <a:spcPts val="10800"/>
              </a:spcBef>
              <a:buSzPct val="125000"/>
              <a:buChar char="•"/>
              <a:defRPr sz="9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xfrm>
            <a:off x="14383512" y="11777471"/>
            <a:ext cx="15124177" cy="1645921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85" name="Body Level One…"/>
          <p:cNvSpPr txBox="1"/>
          <p:nvPr>
            <p:ph type="body" sz="quarter" idx="1"/>
          </p:nvPr>
        </p:nvSpPr>
        <p:spPr>
          <a:xfrm>
            <a:off x="14383512" y="13789152"/>
            <a:ext cx="7360921" cy="6693408"/>
          </a:xfrm>
          <a:prstGeom prst="rect">
            <a:avLst/>
          </a:prstGeom>
        </p:spPr>
        <p:txBody>
          <a:bodyPr anchor="ctr"/>
          <a:lstStyle>
            <a:lvl1pPr marL="1323473" indent="-1323473" algn="l">
              <a:spcBef>
                <a:spcPts val="10800"/>
              </a:spcBef>
              <a:buSzPct val="125000"/>
              <a:buChar char="•"/>
              <a:defRPr sz="9000"/>
            </a:lvl1pPr>
            <a:lvl2pPr marL="1882273" indent="-1323473" algn="l">
              <a:spcBef>
                <a:spcPts val="10800"/>
              </a:spcBef>
              <a:buSzPct val="125000"/>
              <a:buChar char="•"/>
              <a:defRPr sz="9000"/>
            </a:lvl2pPr>
            <a:lvl3pPr marL="2441073" indent="-1323473" algn="l">
              <a:spcBef>
                <a:spcPts val="10800"/>
              </a:spcBef>
              <a:buSzPct val="125000"/>
              <a:buChar char="•"/>
              <a:defRPr sz="9000"/>
            </a:lvl3pPr>
            <a:lvl4pPr marL="2999873" indent="-1323473" algn="l">
              <a:spcBef>
                <a:spcPts val="10800"/>
              </a:spcBef>
              <a:buSzPct val="125000"/>
              <a:buChar char="•"/>
              <a:defRPr sz="9000"/>
            </a:lvl4pPr>
            <a:lvl5pPr marL="3558673" indent="-1323473" algn="l">
              <a:spcBef>
                <a:spcPts val="10800"/>
              </a:spcBef>
              <a:buSzPct val="125000"/>
              <a:buChar char="•"/>
              <a:defRPr sz="9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/>
          <p:nvPr>
            <p:ph type="body" sz="quarter" idx="1"/>
          </p:nvPr>
        </p:nvSpPr>
        <p:spPr>
          <a:xfrm>
            <a:off x="14383512" y="12801600"/>
            <a:ext cx="15124177" cy="7315200"/>
          </a:xfrm>
          <a:prstGeom prst="rect">
            <a:avLst/>
          </a:prstGeom>
        </p:spPr>
        <p:txBody>
          <a:bodyPr anchor="ctr"/>
          <a:lstStyle>
            <a:lvl1pPr marL="1508124" indent="-1508124" algn="l">
              <a:spcBef>
                <a:spcPts val="14100"/>
              </a:spcBef>
              <a:buSzPct val="125000"/>
              <a:buChar char="•"/>
              <a:defRPr sz="11400"/>
            </a:lvl1pPr>
            <a:lvl2pPr marL="2143125" indent="-1508125" algn="l">
              <a:spcBef>
                <a:spcPts val="14100"/>
              </a:spcBef>
              <a:buSzPct val="125000"/>
              <a:buChar char="•"/>
              <a:defRPr sz="11400"/>
            </a:lvl2pPr>
            <a:lvl3pPr marL="2778125" indent="-1508125" algn="l">
              <a:spcBef>
                <a:spcPts val="14100"/>
              </a:spcBef>
              <a:buSzPct val="125000"/>
              <a:buChar char="•"/>
              <a:defRPr sz="11400"/>
            </a:lvl3pPr>
            <a:lvl4pPr marL="3413125" indent="-1508125" algn="l">
              <a:spcBef>
                <a:spcPts val="14100"/>
              </a:spcBef>
              <a:buSzPct val="125000"/>
              <a:buChar char="•"/>
              <a:defRPr sz="11400"/>
            </a:lvl4pPr>
            <a:lvl5pPr marL="4048125" indent="-1508125" algn="l">
              <a:spcBef>
                <a:spcPts val="14100"/>
              </a:spcBef>
              <a:buSzPct val="125000"/>
              <a:buChar char="•"/>
              <a:defRPr sz="1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/>
          <p:nvPr>
            <p:ph type="pic" sz="quarter" idx="21"/>
          </p:nvPr>
        </p:nvSpPr>
        <p:spPr>
          <a:xfrm>
            <a:off x="24183593" y="16596360"/>
            <a:ext cx="5993893" cy="399592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2" name="Heron flying low over a beach with a short fence in the foreground"/>
          <p:cNvSpPr/>
          <p:nvPr>
            <p:ph type="pic" sz="quarter" idx="22"/>
          </p:nvPr>
        </p:nvSpPr>
        <p:spPr>
          <a:xfrm>
            <a:off x="24515063" y="12143232"/>
            <a:ext cx="5330953" cy="533095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3" name="View of beach and sea from a grassy sand dune"/>
          <p:cNvSpPr/>
          <p:nvPr>
            <p:ph type="pic" sz="quarter" idx="23"/>
          </p:nvPr>
        </p:nvSpPr>
        <p:spPr>
          <a:xfrm>
            <a:off x="12454128" y="12335256"/>
            <a:ext cx="12385549" cy="82570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/>
          <p:nvPr>
            <p:ph type="body" sz="quarter" idx="21"/>
          </p:nvPr>
        </p:nvSpPr>
        <p:spPr>
          <a:xfrm>
            <a:off x="14886432" y="17967960"/>
            <a:ext cx="14127481" cy="120182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i="1" sz="76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112" name="“Type a quote here.”"/>
          <p:cNvSpPr txBox="1"/>
          <p:nvPr>
            <p:ph type="body" sz="quarter" idx="22"/>
          </p:nvPr>
        </p:nvSpPr>
        <p:spPr>
          <a:xfrm>
            <a:off x="14886432" y="15295796"/>
            <a:ext cx="14127481" cy="1796456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defRPr sz="11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/>
          <p:nvPr>
            <p:ph type="pic" sz="quarter" idx="21"/>
          </p:nvPr>
        </p:nvSpPr>
        <p:spPr>
          <a:xfrm>
            <a:off x="13130784" y="10607040"/>
            <a:ext cx="17629632" cy="117530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4447519" y="13176504"/>
            <a:ext cx="14996160" cy="334670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4447519" y="16614647"/>
            <a:ext cx="14996160" cy="11430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1502674" y="20939760"/>
            <a:ext cx="876708" cy="916123"/>
          </a:xfrm>
          <a:prstGeom prst="rect">
            <a:avLst/>
          </a:prstGeom>
          <a:ln w="3175">
            <a:miter lim="400000"/>
          </a:ln>
        </p:spPr>
        <p:txBody>
          <a:bodyPr wrap="none" lIns="36576" tIns="36576" rIns="36576" bIns="36576">
            <a:spAutoFit/>
          </a:bodyPr>
          <a:lstStyle>
            <a:lvl1pPr algn="ctr">
              <a:spcBef>
                <a:spcPts val="0"/>
              </a:spcBef>
              <a:defRPr sz="5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8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8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8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8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8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8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8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8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8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1981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Relationship Id="rId55" Type="http://schemas.openxmlformats.org/officeDocument/2006/relationships/image" Target="../media/image54.png"/><Relationship Id="rId56" Type="http://schemas.openxmlformats.org/officeDocument/2006/relationships/image" Target="../media/image55.png"/><Relationship Id="rId57" Type="http://schemas.openxmlformats.org/officeDocument/2006/relationships/image" Target="../media/image5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lambda_per_a_N4_ar0p7_0p8_IC1000_L3264128256512_z1p65_AW0p031.png" descr="lambda_per_a_N4_ar0p7_0p8_IC1000_L3264128256512_z1p65_AW0p031.png"/>
          <p:cNvPicPr>
            <a:picLocks noChangeAspect="1"/>
          </p:cNvPicPr>
          <p:nvPr/>
        </p:nvPicPr>
        <p:blipFill>
          <a:blip r:embed="rId2">
            <a:extLst/>
          </a:blip>
          <a:srcRect l="0" t="8339" r="0" b="0"/>
          <a:stretch>
            <a:fillRect/>
          </a:stretch>
        </p:blipFill>
        <p:spPr>
          <a:xfrm>
            <a:off x="32979327" y="14830230"/>
            <a:ext cx="7759543" cy="4741647"/>
          </a:xfrm>
          <a:prstGeom prst="rect">
            <a:avLst/>
          </a:prstGeom>
          <a:ln w="3175">
            <a:miter lim="400000"/>
          </a:ln>
        </p:spPr>
      </p:pic>
      <p:sp>
        <p:nvSpPr>
          <p:cNvPr id="138" name="Line"/>
          <p:cNvSpPr/>
          <p:nvPr/>
        </p:nvSpPr>
        <p:spPr>
          <a:xfrm>
            <a:off x="-158094" y="11699705"/>
            <a:ext cx="19208093" cy="1"/>
          </a:xfrm>
          <a:prstGeom prst="line">
            <a:avLst/>
          </a:prstGeom>
          <a:ln w="1143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36576" tIns="36576" rIns="36576" bIns="36576" anchor="ctr"/>
          <a:lstStyle/>
          <a:p>
            <a:pPr/>
          </a:p>
        </p:txBody>
      </p:sp>
      <p:sp>
        <p:nvSpPr>
          <p:cNvPr id="139" name="Line"/>
          <p:cNvSpPr/>
          <p:nvPr/>
        </p:nvSpPr>
        <p:spPr>
          <a:xfrm>
            <a:off x="445375" y="17828517"/>
            <a:ext cx="18649693" cy="1"/>
          </a:xfrm>
          <a:prstGeom prst="line">
            <a:avLst/>
          </a:prstGeom>
          <a:ln w="114300">
            <a:solidFill>
              <a:srgbClr val="000000"/>
            </a:solidFill>
            <a:miter lim="400000"/>
          </a:ln>
        </p:spPr>
        <p:txBody>
          <a:bodyPr lIns="36576" tIns="36576" rIns="36576" bIns="36576" anchor="ctr"/>
          <a:lstStyle/>
          <a:p>
            <a:pPr/>
          </a:p>
        </p:txBody>
      </p:sp>
      <p:sp>
        <p:nvSpPr>
          <p:cNvPr id="140" name="Rectangle"/>
          <p:cNvSpPr/>
          <p:nvPr/>
        </p:nvSpPr>
        <p:spPr>
          <a:xfrm>
            <a:off x="-82702" y="2743"/>
            <a:ext cx="43962204" cy="4431330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175">
            <a:miter lim="400000"/>
          </a:ln>
        </p:spPr>
        <p:txBody>
          <a:bodyPr lIns="0" tIns="0" rIns="0" bIns="0" anchor="b"/>
          <a:lstStyle/>
          <a:p>
            <a:pPr algn="ctr">
              <a:lnSpc>
                <a:spcPct val="150000"/>
              </a:lnSpc>
              <a:spcBef>
                <a:spcPts val="0"/>
              </a:spcBef>
              <a:defRPr sz="5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41" name="Control transitions in a classical spin chain…"/>
          <p:cNvSpPr txBox="1"/>
          <p:nvPr/>
        </p:nvSpPr>
        <p:spPr>
          <a:xfrm>
            <a:off x="1177183" y="456370"/>
            <a:ext cx="31166716" cy="42741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6576" tIns="36576" rIns="36576" bIns="36576" anchor="ctr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defRPr sz="8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Control transitions in a classical spin chain</a:t>
            </a:r>
          </a:p>
          <a:p>
            <a:pPr>
              <a:lnSpc>
                <a:spcPct val="150000"/>
              </a:lnSpc>
              <a:spcBef>
                <a:spcPts val="0"/>
              </a:spcBef>
              <a:defRPr sz="5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Jedediah H. Pixley, Elisha Shmalo, Manas Kulkarni, Sarang Gopalakrishnan, and David A. Huse</a:t>
            </a:r>
          </a:p>
        </p:txBody>
      </p:sp>
      <p:pic>
        <p:nvPicPr>
          <p:cNvPr id="142" name="RSUNJ_H_WHITE_BLACK_RGB.png" descr="RSUNJ_H_WHITE_BLACK_RGB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789283" y="931364"/>
            <a:ext cx="9728900" cy="2574088"/>
          </a:xfrm>
          <a:prstGeom prst="rect">
            <a:avLst/>
          </a:prstGeom>
          <a:ln w="3175">
            <a:miter lim="400000"/>
          </a:ln>
        </p:spPr>
      </p:pic>
      <p:sp>
        <p:nvSpPr>
          <p:cNvPr id="143" name="Line"/>
          <p:cNvSpPr/>
          <p:nvPr/>
        </p:nvSpPr>
        <p:spPr>
          <a:xfrm flipV="1">
            <a:off x="25976568" y="4595275"/>
            <a:ext cx="1" cy="4136059"/>
          </a:xfrm>
          <a:prstGeom prst="line">
            <a:avLst/>
          </a:prstGeom>
          <a:ln w="1143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36576" tIns="36576" rIns="36576" bIns="36576" anchor="ctr"/>
          <a:lstStyle/>
          <a:p>
            <a:pPr/>
          </a:p>
        </p:txBody>
      </p:sp>
      <p:sp>
        <p:nvSpPr>
          <p:cNvPr id="144" name="Line"/>
          <p:cNvSpPr/>
          <p:nvPr/>
        </p:nvSpPr>
        <p:spPr>
          <a:xfrm>
            <a:off x="320506" y="8534497"/>
            <a:ext cx="43250189" cy="4125"/>
          </a:xfrm>
          <a:prstGeom prst="line">
            <a:avLst/>
          </a:prstGeom>
          <a:ln w="1143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36576" tIns="36576" rIns="36576" bIns="36576" anchor="ctr"/>
          <a:lstStyle/>
          <a:p>
            <a:pPr/>
          </a:p>
        </p:txBody>
      </p:sp>
      <p:sp>
        <p:nvSpPr>
          <p:cNvPr id="145" name="Control:"/>
          <p:cNvSpPr txBox="1"/>
          <p:nvPr/>
        </p:nvSpPr>
        <p:spPr>
          <a:xfrm>
            <a:off x="26313717" y="4970397"/>
            <a:ext cx="3474304" cy="122400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/>
          <a:lstStyle>
            <a:lvl1pPr rtl="1">
              <a:defRPr sz="7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Control: </a:t>
            </a:r>
          </a:p>
        </p:txBody>
      </p:sp>
      <p:pic>
        <p:nvPicPr>
          <p:cNvPr id="146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0215355" y="5079096"/>
            <a:ext cx="597004" cy="796004"/>
          </a:xfrm>
          <a:prstGeom prst="rect">
            <a:avLst/>
          </a:prstGeom>
          <a:ln w="3175">
            <a:miter lim="400000"/>
          </a:ln>
        </p:spPr>
      </p:pic>
      <p:pic>
        <p:nvPicPr>
          <p:cNvPr id="147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1671933" y="5923854"/>
            <a:ext cx="9576602" cy="2074582"/>
          </a:xfrm>
          <a:prstGeom prst="rect">
            <a:avLst/>
          </a:prstGeom>
          <a:ln w="3175">
            <a:miter lim="400000"/>
          </a:ln>
        </p:spPr>
      </p:pic>
      <p:pic>
        <p:nvPicPr>
          <p:cNvPr id="148" name="Rectangle Rectangle" descr="Rectangle Rectangle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9978668" y="4866762"/>
            <a:ext cx="1086520" cy="1270001"/>
          </a:xfrm>
          <a:prstGeom prst="rect">
            <a:avLst/>
          </a:prstGeom>
        </p:spPr>
      </p:pic>
      <p:sp>
        <p:nvSpPr>
          <p:cNvPr id="150" name="Line"/>
          <p:cNvSpPr/>
          <p:nvPr/>
        </p:nvSpPr>
        <p:spPr>
          <a:xfrm>
            <a:off x="19151600" y="13073838"/>
            <a:ext cx="24473495" cy="4120"/>
          </a:xfrm>
          <a:prstGeom prst="line">
            <a:avLst/>
          </a:prstGeom>
          <a:ln w="114300">
            <a:solidFill>
              <a:srgbClr val="000000"/>
            </a:solidFill>
            <a:miter lim="400000"/>
          </a:ln>
        </p:spPr>
        <p:txBody>
          <a:bodyPr lIns="36576" tIns="36576" rIns="36576" bIns="36576" anchor="ctr"/>
          <a:lstStyle/>
          <a:p>
            <a:pPr/>
          </a:p>
        </p:txBody>
      </p:sp>
      <p:grpSp>
        <p:nvGrpSpPr>
          <p:cNvPr id="159" name="Group"/>
          <p:cNvGrpSpPr/>
          <p:nvPr/>
        </p:nvGrpSpPr>
        <p:grpSpPr>
          <a:xfrm>
            <a:off x="1029729" y="4741857"/>
            <a:ext cx="17886279" cy="3542327"/>
            <a:chOff x="-125723" y="0"/>
            <a:chExt cx="17886278" cy="3542326"/>
          </a:xfrm>
        </p:grpSpPr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176143" y="0"/>
              <a:ext cx="10810871" cy="1914235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152" name="Image" descr="Image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11109162" y="867598"/>
              <a:ext cx="851051" cy="2674729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grpSp>
          <p:nvGrpSpPr>
            <p:cNvPr id="155" name="Group"/>
            <p:cNvGrpSpPr/>
            <p:nvPr/>
          </p:nvGrpSpPr>
          <p:grpSpPr>
            <a:xfrm>
              <a:off x="12355879" y="1062412"/>
              <a:ext cx="5404676" cy="2346567"/>
              <a:chOff x="0" y="0"/>
              <a:chExt cx="5404675" cy="2346566"/>
            </a:xfrm>
          </p:grpSpPr>
          <p:pic>
            <p:nvPicPr>
              <p:cNvPr id="153" name="Image" descr="Image"/>
              <p:cNvPicPr>
                <a:picLocks noChangeAspect="1"/>
              </p:cNvPicPr>
              <p:nvPr/>
            </p:nvPicPr>
            <p:blipFill>
              <a:blip r:embed="rId9">
                <a:extLst/>
              </a:blip>
              <a:stretch>
                <a:fillRect/>
              </a:stretch>
            </p:blipFill>
            <p:spPr>
              <a:xfrm>
                <a:off x="0" y="0"/>
                <a:ext cx="4313062" cy="953851"/>
              </a:xfrm>
              <a:prstGeom prst="rect">
                <a:avLst/>
              </a:prstGeom>
              <a:ln w="3175" cap="flat">
                <a:noFill/>
                <a:miter lim="400000"/>
              </a:ln>
              <a:effectLst/>
            </p:spPr>
          </p:pic>
          <p:pic>
            <p:nvPicPr>
              <p:cNvPr id="154" name="Image" descr="Image"/>
              <p:cNvPicPr>
                <a:picLocks noChangeAspect="1"/>
              </p:cNvPicPr>
              <p:nvPr/>
            </p:nvPicPr>
            <p:blipFill>
              <a:blip r:embed="rId10">
                <a:extLst/>
              </a:blip>
              <a:stretch>
                <a:fillRect/>
              </a:stretch>
            </p:blipFill>
            <p:spPr>
              <a:xfrm>
                <a:off x="13348" y="1392716"/>
                <a:ext cx="5391328" cy="953851"/>
              </a:xfrm>
              <a:prstGeom prst="rect">
                <a:avLst/>
              </a:prstGeom>
              <a:ln w="3175" cap="flat">
                <a:noFill/>
                <a:miter lim="400000"/>
              </a:ln>
              <a:effectLst/>
            </p:spPr>
          </p:pic>
        </p:grpSp>
        <p:pic>
          <p:nvPicPr>
            <p:cNvPr id="156" name="Image" descr="Image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>
              <a:off x="284814" y="2468159"/>
              <a:ext cx="8526025" cy="867693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157" name="Rectangle Rectangle" descr="Rectangle Rectangle"/>
            <p:cNvPicPr>
              <a:picLocks noChangeAspect="0"/>
            </p:cNvPicPr>
            <p:nvPr/>
          </p:nvPicPr>
          <p:blipFill>
            <a:blip r:embed="rId12">
              <a:extLst/>
            </a:blip>
            <a:stretch>
              <a:fillRect/>
            </a:stretch>
          </p:blipFill>
          <p:spPr>
            <a:xfrm>
              <a:off x="-125724" y="265891"/>
              <a:ext cx="1157828" cy="1263426"/>
            </a:xfrm>
            <a:prstGeom prst="rect">
              <a:avLst/>
            </a:prstGeom>
            <a:effectLst/>
          </p:spPr>
        </p:pic>
      </p:grpSp>
      <p:pic>
        <p:nvPicPr>
          <p:cNvPr id="160" name="soliton_figure.png" descr="soliton_figure.png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34722820" y="8841864"/>
            <a:ext cx="8806967" cy="3928734"/>
          </a:xfrm>
          <a:prstGeom prst="rect">
            <a:avLst/>
          </a:prstGeom>
          <a:ln w="3175">
            <a:miter lim="400000"/>
          </a:ln>
        </p:spPr>
      </p:pic>
      <p:grpSp>
        <p:nvGrpSpPr>
          <p:cNvPr id="168" name="Group"/>
          <p:cNvGrpSpPr/>
          <p:nvPr/>
        </p:nvGrpSpPr>
        <p:grpSpPr>
          <a:xfrm>
            <a:off x="32246992" y="9715719"/>
            <a:ext cx="2543393" cy="1707447"/>
            <a:chOff x="-101599" y="-101599"/>
            <a:chExt cx="2543392" cy="1707446"/>
          </a:xfrm>
        </p:grpSpPr>
        <p:grpSp>
          <p:nvGrpSpPr>
            <p:cNvPr id="164" name="Group"/>
            <p:cNvGrpSpPr/>
            <p:nvPr/>
          </p:nvGrpSpPr>
          <p:grpSpPr>
            <a:xfrm>
              <a:off x="548089" y="152546"/>
              <a:ext cx="1660652" cy="1099934"/>
              <a:chOff x="0" y="0"/>
              <a:chExt cx="1660651" cy="1099933"/>
            </a:xfrm>
          </p:grpSpPr>
          <p:pic>
            <p:nvPicPr>
              <p:cNvPr id="161" name="Image" descr="Image"/>
              <p:cNvPicPr>
                <a:picLocks noChangeAspect="1"/>
              </p:cNvPicPr>
              <p:nvPr/>
            </p:nvPicPr>
            <p:blipFill>
              <a:blip r:embed="rId14">
                <a:extLst/>
              </a:blip>
              <a:stretch>
                <a:fillRect/>
              </a:stretch>
            </p:blipFill>
            <p:spPr>
              <a:xfrm>
                <a:off x="0" y="0"/>
                <a:ext cx="1616951" cy="299136"/>
              </a:xfrm>
              <a:prstGeom prst="rect">
                <a:avLst/>
              </a:prstGeom>
              <a:ln w="3175" cap="flat">
                <a:noFill/>
                <a:miter lim="400000"/>
              </a:ln>
              <a:effectLst/>
            </p:spPr>
          </p:pic>
          <p:pic>
            <p:nvPicPr>
              <p:cNvPr id="162" name="Image" descr="Image"/>
              <p:cNvPicPr>
                <a:picLocks noChangeAspect="1"/>
              </p:cNvPicPr>
              <p:nvPr/>
            </p:nvPicPr>
            <p:blipFill>
              <a:blip r:embed="rId15">
                <a:extLst/>
              </a:blip>
              <a:stretch>
                <a:fillRect/>
              </a:stretch>
            </p:blipFill>
            <p:spPr>
              <a:xfrm>
                <a:off x="0" y="390770"/>
                <a:ext cx="1616951" cy="308765"/>
              </a:xfrm>
              <a:prstGeom prst="rect">
                <a:avLst/>
              </a:prstGeom>
              <a:ln w="3175" cap="flat">
                <a:noFill/>
                <a:miter lim="400000"/>
              </a:ln>
              <a:effectLst/>
            </p:spPr>
          </p:pic>
          <p:pic>
            <p:nvPicPr>
              <p:cNvPr id="163" name="Image" descr="Image"/>
              <p:cNvPicPr>
                <a:picLocks noChangeAspect="1"/>
              </p:cNvPicPr>
              <p:nvPr/>
            </p:nvPicPr>
            <p:blipFill>
              <a:blip r:embed="rId16">
                <a:extLst/>
              </a:blip>
              <a:stretch>
                <a:fillRect/>
              </a:stretch>
            </p:blipFill>
            <p:spPr>
              <a:xfrm>
                <a:off x="0" y="791168"/>
                <a:ext cx="1660652" cy="308766"/>
              </a:xfrm>
              <a:prstGeom prst="rect">
                <a:avLst/>
              </a:prstGeom>
              <a:ln w="3175" cap="flat">
                <a:noFill/>
                <a:miter lim="400000"/>
              </a:ln>
              <a:effectLst/>
            </p:spPr>
          </p:pic>
        </p:grpSp>
        <p:pic>
          <p:nvPicPr>
            <p:cNvPr id="165" name="Rectangle Rectangle" descr="Rectangle Rectangle"/>
            <p:cNvPicPr>
              <a:picLocks noChangeAspect="0"/>
            </p:cNvPicPr>
            <p:nvPr/>
          </p:nvPicPr>
          <p:blipFill>
            <a:blip r:embed="rId17">
              <a:extLst/>
            </a:blip>
            <a:stretch>
              <a:fillRect/>
            </a:stretch>
          </p:blipFill>
          <p:spPr>
            <a:xfrm>
              <a:off x="-101600" y="-101600"/>
              <a:ext cx="2543393" cy="1707447"/>
            </a:xfrm>
            <a:prstGeom prst="rect">
              <a:avLst/>
            </a:prstGeom>
            <a:effectLst/>
          </p:spPr>
        </p:pic>
        <p:pic>
          <p:nvPicPr>
            <p:cNvPr id="167" name="Image" descr="Image"/>
            <p:cNvPicPr>
              <a:picLocks noChangeAspect="1"/>
            </p:cNvPicPr>
            <p:nvPr/>
          </p:nvPicPr>
          <p:blipFill>
            <a:blip r:embed="rId18">
              <a:extLst/>
            </a:blip>
            <a:stretch>
              <a:fillRect/>
            </a:stretch>
          </p:blipFill>
          <p:spPr>
            <a:xfrm>
              <a:off x="132163" y="243028"/>
              <a:ext cx="283631" cy="891410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</p:grpSp>
      <p:sp>
        <p:nvSpPr>
          <p:cNvPr id="169" name="Line"/>
          <p:cNvSpPr/>
          <p:nvPr/>
        </p:nvSpPr>
        <p:spPr>
          <a:xfrm flipV="1">
            <a:off x="16105483" y="20855600"/>
            <a:ext cx="1" cy="8609223"/>
          </a:xfrm>
          <a:prstGeom prst="line">
            <a:avLst/>
          </a:prstGeom>
          <a:ln w="1143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36576" tIns="36576" rIns="36576" bIns="36576" anchor="ctr"/>
          <a:lstStyle/>
          <a:p>
            <a:pPr/>
          </a:p>
        </p:txBody>
      </p:sp>
      <p:sp>
        <p:nvSpPr>
          <p:cNvPr id="170" name="Line"/>
          <p:cNvSpPr/>
          <p:nvPr/>
        </p:nvSpPr>
        <p:spPr>
          <a:xfrm flipV="1">
            <a:off x="31434383" y="19865000"/>
            <a:ext cx="1" cy="9637923"/>
          </a:xfrm>
          <a:prstGeom prst="line">
            <a:avLst/>
          </a:prstGeom>
          <a:ln w="1143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36576" tIns="36576" rIns="36576" bIns="36576" anchor="ctr"/>
          <a:lstStyle/>
          <a:p>
            <a:pPr/>
          </a:p>
        </p:txBody>
      </p:sp>
      <p:pic>
        <p:nvPicPr>
          <p:cNvPr id="171" name="S_diff_N4_ar0p72_0p8_IC1000_L256_z1p7.png" descr="S_diff_N4_ar0p72_0p8_IC1000_L256_z1p7.png"/>
          <p:cNvPicPr>
            <a:picLocks noChangeAspect="1"/>
          </p:cNvPicPr>
          <p:nvPr/>
        </p:nvPicPr>
        <p:blipFill>
          <a:blip r:embed="rId19">
            <a:extLst/>
          </a:blip>
          <a:srcRect l="0" t="6723" r="0" b="0"/>
          <a:stretch>
            <a:fillRect/>
          </a:stretch>
        </p:blipFill>
        <p:spPr>
          <a:xfrm>
            <a:off x="9611783" y="11820497"/>
            <a:ext cx="9485361" cy="5898386"/>
          </a:xfrm>
          <a:prstGeom prst="rect">
            <a:avLst/>
          </a:prstGeom>
          <a:ln w="3175">
            <a:miter lim="400000"/>
          </a:ln>
        </p:spPr>
      </p:pic>
      <p:pic>
        <p:nvPicPr>
          <p:cNvPr id="172" name="Image" descr="Image"/>
          <p:cNvPicPr>
            <a:picLocks noChangeAspect="1"/>
          </p:cNvPicPr>
          <p:nvPr/>
        </p:nvPicPr>
        <p:blipFill>
          <a:blip r:embed="rId20">
            <a:extLst/>
          </a:blip>
          <a:stretch>
            <a:fillRect/>
          </a:stretch>
        </p:blipFill>
        <p:spPr>
          <a:xfrm>
            <a:off x="12136915" y="13163363"/>
            <a:ext cx="1574489" cy="612302"/>
          </a:xfrm>
          <a:prstGeom prst="rect">
            <a:avLst/>
          </a:prstGeom>
          <a:ln w="3175">
            <a:miter lim="400000"/>
          </a:ln>
        </p:spPr>
      </p:pic>
      <p:pic>
        <p:nvPicPr>
          <p:cNvPr id="173" name="Image" descr="Image"/>
          <p:cNvPicPr>
            <a:picLocks noChangeAspect="1"/>
          </p:cNvPicPr>
          <p:nvPr/>
        </p:nvPicPr>
        <p:blipFill>
          <a:blip r:embed="rId21">
            <a:extLst/>
          </a:blip>
          <a:stretch>
            <a:fillRect/>
          </a:stretch>
        </p:blipFill>
        <p:spPr>
          <a:xfrm>
            <a:off x="11358767" y="13549780"/>
            <a:ext cx="494792" cy="206164"/>
          </a:xfrm>
          <a:prstGeom prst="rect">
            <a:avLst/>
          </a:prstGeom>
          <a:ln w="3175">
            <a:miter lim="400000"/>
          </a:ln>
        </p:spPr>
      </p:pic>
      <p:pic>
        <p:nvPicPr>
          <p:cNvPr id="174" name="Zoomed_Log_S_diff4_ar0p68_0p8_IC1000_L256_z1p6.png" descr="Zoomed_Log_S_diff4_ar0p68_0p8_IC1000_L256_z1p6.png"/>
          <p:cNvPicPr>
            <a:picLocks noChangeAspect="1"/>
          </p:cNvPicPr>
          <p:nvPr/>
        </p:nvPicPr>
        <p:blipFill>
          <a:blip r:embed="rId22">
            <a:extLst/>
          </a:blip>
          <a:srcRect l="0" t="6998" r="0" b="10394"/>
          <a:stretch>
            <a:fillRect/>
          </a:stretch>
        </p:blipFill>
        <p:spPr>
          <a:xfrm>
            <a:off x="161062" y="11779689"/>
            <a:ext cx="9485486" cy="5223798"/>
          </a:xfrm>
          <a:prstGeom prst="rect">
            <a:avLst/>
          </a:prstGeom>
          <a:ln w="3175">
            <a:miter lim="400000"/>
          </a:ln>
        </p:spPr>
      </p:pic>
      <p:pic>
        <p:nvPicPr>
          <p:cNvPr id="175" name="Fig1.png" descr="Fig1.png"/>
          <p:cNvPicPr>
            <a:picLocks noChangeAspect="0"/>
          </p:cNvPicPr>
          <p:nvPr/>
        </p:nvPicPr>
        <p:blipFill>
          <a:blip r:embed="rId23">
            <a:extLst/>
          </a:blip>
          <a:stretch>
            <a:fillRect/>
          </a:stretch>
        </p:blipFill>
        <p:spPr>
          <a:xfrm>
            <a:off x="16042690" y="8388445"/>
            <a:ext cx="15529210" cy="11862274"/>
          </a:xfrm>
          <a:prstGeom prst="rect">
            <a:avLst/>
          </a:prstGeom>
          <a:effectLst>
            <a:outerShdw sx="100000" sy="100000" kx="0" ky="0" algn="b" rotWithShape="0" blurRad="190500" dist="12700" dir="5400000">
              <a:srgbClr val="000000"/>
            </a:outerShdw>
          </a:effectLst>
        </p:spPr>
      </p:pic>
      <p:grpSp>
        <p:nvGrpSpPr>
          <p:cNvPr id="196" name="Group"/>
          <p:cNvGrpSpPr/>
          <p:nvPr/>
        </p:nvGrpSpPr>
        <p:grpSpPr>
          <a:xfrm>
            <a:off x="273862" y="8723338"/>
            <a:ext cx="13633907" cy="2893817"/>
            <a:chOff x="0" y="-125723"/>
            <a:chExt cx="13633905" cy="2893816"/>
          </a:xfrm>
        </p:grpSpPr>
        <p:pic>
          <p:nvPicPr>
            <p:cNvPr id="176" name="Rectangle Rectangle" descr="Rectangle Rectangle"/>
            <p:cNvPicPr>
              <a:picLocks noChangeAspect="0"/>
            </p:cNvPicPr>
            <p:nvPr/>
          </p:nvPicPr>
          <p:blipFill>
            <a:blip r:embed="rId24">
              <a:extLst/>
            </a:blip>
            <a:stretch>
              <a:fillRect/>
            </a:stretch>
          </p:blipFill>
          <p:spPr>
            <a:xfrm>
              <a:off x="11029943" y="216682"/>
              <a:ext cx="1033756" cy="1124899"/>
            </a:xfrm>
            <a:prstGeom prst="rect">
              <a:avLst/>
            </a:prstGeom>
            <a:effectLst/>
          </p:spPr>
        </p:pic>
        <p:pic>
          <p:nvPicPr>
            <p:cNvPr id="178" name="Image" descr="Image"/>
            <p:cNvPicPr>
              <a:picLocks noChangeAspect="1"/>
            </p:cNvPicPr>
            <p:nvPr/>
          </p:nvPicPr>
          <p:blipFill>
            <a:blip r:embed="rId25">
              <a:extLst/>
            </a:blip>
            <a:stretch>
              <a:fillRect/>
            </a:stretch>
          </p:blipFill>
          <p:spPr>
            <a:xfrm>
              <a:off x="11302790" y="561699"/>
              <a:ext cx="488057" cy="393595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179" name="Image" descr="Image"/>
            <p:cNvPicPr>
              <a:picLocks noChangeAspect="1"/>
            </p:cNvPicPr>
            <p:nvPr/>
          </p:nvPicPr>
          <p:blipFill>
            <a:blip r:embed="rId26">
              <a:extLst/>
            </a:blip>
            <a:stretch>
              <a:fillRect/>
            </a:stretch>
          </p:blipFill>
          <p:spPr>
            <a:xfrm>
              <a:off x="10989905" y="1302611"/>
              <a:ext cx="1350367" cy="500136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180" name="Image" descr="Image"/>
            <p:cNvPicPr>
              <a:picLocks noChangeAspect="1"/>
            </p:cNvPicPr>
            <p:nvPr/>
          </p:nvPicPr>
          <p:blipFill>
            <a:blip r:embed="rId18">
              <a:extLst/>
            </a:blip>
            <a:stretch>
              <a:fillRect/>
            </a:stretch>
          </p:blipFill>
          <p:spPr>
            <a:xfrm>
              <a:off x="6683454" y="459799"/>
              <a:ext cx="636732" cy="2001157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181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186491" y="36760"/>
              <a:ext cx="528604" cy="704806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182" name="Rectangle Rectangle" descr="Rectangle Rectangle"/>
            <p:cNvPicPr>
              <a:picLocks noChangeAspect="0"/>
            </p:cNvPicPr>
            <p:nvPr/>
          </p:nvPicPr>
          <p:blipFill>
            <a:blip r:embed="rId27">
              <a:extLst/>
            </a:blip>
            <a:stretch>
              <a:fillRect/>
            </a:stretch>
          </p:blipFill>
          <p:spPr>
            <a:xfrm>
              <a:off x="2962518" y="-125724"/>
              <a:ext cx="990846" cy="1124898"/>
            </a:xfrm>
            <a:prstGeom prst="rect">
              <a:avLst/>
            </a:prstGeom>
            <a:effectLst/>
          </p:spPr>
        </p:pic>
        <p:pic>
          <p:nvPicPr>
            <p:cNvPr id="184" name="Rectangle Rectangle" descr="Rectangle Rectangle"/>
            <p:cNvPicPr>
              <a:picLocks noChangeAspect="0"/>
            </p:cNvPicPr>
            <p:nvPr/>
          </p:nvPicPr>
          <p:blipFill>
            <a:blip r:embed="rId28">
              <a:extLst/>
            </a:blip>
            <a:stretch>
              <a:fillRect/>
            </a:stretch>
          </p:blipFill>
          <p:spPr>
            <a:xfrm>
              <a:off x="948201" y="-111429"/>
              <a:ext cx="987678" cy="1073452"/>
            </a:xfrm>
            <a:prstGeom prst="rect">
              <a:avLst/>
            </a:prstGeom>
            <a:effectLst/>
          </p:spPr>
        </p:pic>
        <p:pic>
          <p:nvPicPr>
            <p:cNvPr id="186" name="Image" descr="Image"/>
            <p:cNvPicPr>
              <a:picLocks noChangeAspect="1"/>
            </p:cNvPicPr>
            <p:nvPr/>
          </p:nvPicPr>
          <p:blipFill>
            <a:blip r:embed="rId25">
              <a:extLst/>
            </a:blip>
            <a:stretch>
              <a:fillRect/>
            </a:stretch>
          </p:blipFill>
          <p:spPr>
            <a:xfrm>
              <a:off x="1205238" y="237447"/>
              <a:ext cx="459309" cy="370411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grpSp>
          <p:nvGrpSpPr>
            <p:cNvPr id="193" name="Group"/>
            <p:cNvGrpSpPr/>
            <p:nvPr/>
          </p:nvGrpSpPr>
          <p:grpSpPr>
            <a:xfrm>
              <a:off x="6360345" y="24100"/>
              <a:ext cx="4155973" cy="2743993"/>
              <a:chOff x="-101599" y="-101599"/>
              <a:chExt cx="4155971" cy="2743991"/>
            </a:xfrm>
          </p:grpSpPr>
          <p:grpSp>
            <p:nvGrpSpPr>
              <p:cNvPr id="190" name="Group"/>
              <p:cNvGrpSpPr/>
              <p:nvPr/>
            </p:nvGrpSpPr>
            <p:grpSpPr>
              <a:xfrm>
                <a:off x="925766" y="257664"/>
                <a:ext cx="2804975" cy="1857876"/>
                <a:chOff x="0" y="0"/>
                <a:chExt cx="2804974" cy="1857875"/>
              </a:xfrm>
            </p:grpSpPr>
            <p:pic>
              <p:nvPicPr>
                <p:cNvPr id="187" name="Image" descr="Image"/>
                <p:cNvPicPr>
                  <a:picLocks noChangeAspect="1"/>
                </p:cNvPicPr>
                <p:nvPr/>
              </p:nvPicPr>
              <p:blipFill>
                <a:blip r:embed="rId14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2731160" cy="505265"/>
                </a:xfrm>
                <a:prstGeom prst="rect">
                  <a:avLst/>
                </a:prstGeom>
                <a:ln w="3175" cap="flat">
                  <a:noFill/>
                  <a:miter lim="400000"/>
                </a:ln>
                <a:effectLst/>
              </p:spPr>
            </p:pic>
            <p:pic>
              <p:nvPicPr>
                <p:cNvPr id="188" name="Image" descr="Image"/>
                <p:cNvPicPr>
                  <a:picLocks noChangeAspect="1"/>
                </p:cNvPicPr>
                <p:nvPr/>
              </p:nvPicPr>
              <p:blipFill>
                <a:blip r:embed="rId15">
                  <a:extLst/>
                </a:blip>
                <a:stretch>
                  <a:fillRect/>
                </a:stretch>
              </p:blipFill>
              <p:spPr>
                <a:xfrm>
                  <a:off x="0" y="660042"/>
                  <a:ext cx="2731160" cy="521528"/>
                </a:xfrm>
                <a:prstGeom prst="rect">
                  <a:avLst/>
                </a:prstGeom>
                <a:ln w="3175" cap="flat">
                  <a:noFill/>
                  <a:miter lim="400000"/>
                </a:ln>
                <a:effectLst/>
              </p:spPr>
            </p:pic>
            <p:pic>
              <p:nvPicPr>
                <p:cNvPr id="189" name="Image" descr="Image"/>
                <p:cNvPicPr>
                  <a:picLocks noChangeAspect="1"/>
                </p:cNvPicPr>
                <p:nvPr/>
              </p:nvPicPr>
              <p:blipFill>
                <a:blip r:embed="rId16">
                  <a:extLst/>
                </a:blip>
                <a:stretch>
                  <a:fillRect/>
                </a:stretch>
              </p:blipFill>
              <p:spPr>
                <a:xfrm>
                  <a:off x="0" y="1336347"/>
                  <a:ext cx="2804975" cy="521529"/>
                </a:xfrm>
                <a:prstGeom prst="rect">
                  <a:avLst/>
                </a:prstGeom>
                <a:ln w="3175" cap="flat">
                  <a:noFill/>
                  <a:miter lim="400000"/>
                </a:ln>
                <a:effectLst/>
              </p:spPr>
            </p:pic>
          </p:grpSp>
          <p:pic>
            <p:nvPicPr>
              <p:cNvPr id="191" name="Rectangle Rectangle" descr="Rectangle Rectangle"/>
              <p:cNvPicPr>
                <a:picLocks noChangeAspect="0"/>
              </p:cNvPicPr>
              <p:nvPr/>
            </p:nvPicPr>
            <p:blipFill>
              <a:blip r:embed="rId29">
                <a:extLst/>
              </a:blip>
              <a:stretch>
                <a:fillRect/>
              </a:stretch>
            </p:blipFill>
            <p:spPr>
              <a:xfrm>
                <a:off x="-101600" y="-101600"/>
                <a:ext cx="4155973" cy="2743992"/>
              </a:xfrm>
              <a:prstGeom prst="rect">
                <a:avLst/>
              </a:prstGeom>
              <a:effectLst/>
            </p:spPr>
          </p:pic>
        </p:grpSp>
        <p:pic>
          <p:nvPicPr>
            <p:cNvPr id="194" name="Image" descr="Image"/>
            <p:cNvPicPr>
              <a:picLocks noChangeAspect="1"/>
            </p:cNvPicPr>
            <p:nvPr/>
          </p:nvPicPr>
          <p:blipFill>
            <a:blip r:embed="rId30">
              <a:extLst/>
            </a:blip>
            <a:stretch>
              <a:fillRect/>
            </a:stretch>
          </p:blipFill>
          <p:spPr>
            <a:xfrm>
              <a:off x="0" y="997627"/>
              <a:ext cx="6169306" cy="534526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195" name="Image" descr="Image"/>
            <p:cNvPicPr>
              <a:picLocks noChangeAspect="1"/>
            </p:cNvPicPr>
            <p:nvPr/>
          </p:nvPicPr>
          <p:blipFill>
            <a:blip r:embed="rId31">
              <a:extLst/>
            </a:blip>
            <a:stretch>
              <a:fillRect/>
            </a:stretch>
          </p:blipFill>
          <p:spPr>
            <a:xfrm>
              <a:off x="12789925" y="1481135"/>
              <a:ext cx="843981" cy="175830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</p:grpSp>
      <p:sp>
        <p:nvSpPr>
          <p:cNvPr id="197" name="Arrow 7"/>
          <p:cNvSpPr/>
          <p:nvPr/>
        </p:nvSpPr>
        <p:spPr>
          <a:xfrm flipH="1" rot="8723238">
            <a:off x="728801" y="16985619"/>
            <a:ext cx="1318450" cy="16872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367" y="0"/>
                </a:moveTo>
                <a:lnTo>
                  <a:pt x="0" y="7818"/>
                </a:lnTo>
                <a:lnTo>
                  <a:pt x="4127" y="7818"/>
                </a:lnTo>
                <a:cubicBezTo>
                  <a:pt x="4127" y="7860"/>
                  <a:pt x="4125" y="7904"/>
                  <a:pt x="4125" y="7946"/>
                </a:cubicBezTo>
                <a:cubicBezTo>
                  <a:pt x="4125" y="15487"/>
                  <a:pt x="11948" y="21600"/>
                  <a:pt x="21598" y="21600"/>
                </a:cubicBezTo>
                <a:cubicBezTo>
                  <a:pt x="21598" y="21600"/>
                  <a:pt x="21600" y="21600"/>
                  <a:pt x="21600" y="21600"/>
                </a:cubicBezTo>
                <a:lnTo>
                  <a:pt x="21600" y="16556"/>
                </a:lnTo>
                <a:cubicBezTo>
                  <a:pt x="21600" y="16556"/>
                  <a:pt x="21598" y="16556"/>
                  <a:pt x="21598" y="16556"/>
                </a:cubicBezTo>
                <a:cubicBezTo>
                  <a:pt x="15512" y="16556"/>
                  <a:pt x="10578" y="12702"/>
                  <a:pt x="10578" y="7946"/>
                </a:cubicBezTo>
                <a:cubicBezTo>
                  <a:pt x="10578" y="7903"/>
                  <a:pt x="10582" y="7860"/>
                  <a:pt x="10582" y="7818"/>
                </a:cubicBezTo>
                <a:lnTo>
                  <a:pt x="14736" y="7818"/>
                </a:lnTo>
                <a:lnTo>
                  <a:pt x="7367" y="0"/>
                </a:lnTo>
                <a:close/>
              </a:path>
            </a:pathLst>
          </a:custGeom>
          <a:solidFill>
            <a:schemeClr val="accent5">
              <a:lumOff val="-29866"/>
            </a:schemeClr>
          </a:solidFill>
          <a:ln w="3175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7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98" name="Image" descr="Image"/>
          <p:cNvPicPr>
            <a:picLocks noChangeAspect="1"/>
          </p:cNvPicPr>
          <p:nvPr/>
        </p:nvPicPr>
        <p:blipFill>
          <a:blip r:embed="rId32">
            <a:extLst/>
          </a:blip>
          <a:stretch>
            <a:fillRect/>
          </a:stretch>
        </p:blipFill>
        <p:spPr>
          <a:xfrm>
            <a:off x="1768258" y="18719128"/>
            <a:ext cx="7676188" cy="929793"/>
          </a:xfrm>
          <a:prstGeom prst="rect">
            <a:avLst/>
          </a:prstGeom>
          <a:ln w="3175">
            <a:miter lim="400000"/>
          </a:ln>
        </p:spPr>
      </p:pic>
      <p:pic>
        <p:nvPicPr>
          <p:cNvPr id="199" name="Rectangle Rectangle" descr="Rectangle Rectangle"/>
          <p:cNvPicPr>
            <a:picLocks noChangeAspect="0"/>
          </p:cNvPicPr>
          <p:nvPr/>
        </p:nvPicPr>
        <p:blipFill>
          <a:blip r:embed="rId33">
            <a:extLst/>
          </a:blip>
          <a:stretch>
            <a:fillRect/>
          </a:stretch>
        </p:blipFill>
        <p:spPr>
          <a:xfrm rot="11706">
            <a:off x="3961991" y="18718654"/>
            <a:ext cx="513438" cy="560960"/>
          </a:xfrm>
          <a:prstGeom prst="rect">
            <a:avLst/>
          </a:prstGeom>
        </p:spPr>
      </p:pic>
      <p:pic>
        <p:nvPicPr>
          <p:cNvPr id="201" name="Rectangle Rectangle" descr="Rectangle Rectangle"/>
          <p:cNvPicPr>
            <a:picLocks noChangeAspect="0"/>
          </p:cNvPicPr>
          <p:nvPr/>
        </p:nvPicPr>
        <p:blipFill>
          <a:blip r:embed="rId34">
            <a:extLst/>
          </a:blip>
          <a:stretch>
            <a:fillRect/>
          </a:stretch>
        </p:blipFill>
        <p:spPr>
          <a:xfrm>
            <a:off x="6592135" y="18817136"/>
            <a:ext cx="994930" cy="967679"/>
          </a:xfrm>
          <a:prstGeom prst="rect">
            <a:avLst/>
          </a:prstGeom>
        </p:spPr>
      </p:pic>
      <p:pic>
        <p:nvPicPr>
          <p:cNvPr id="203" name="Rectangle Rectangle" descr="Rectangle Rectangle"/>
          <p:cNvPicPr>
            <a:picLocks noChangeAspect="0"/>
          </p:cNvPicPr>
          <p:nvPr/>
        </p:nvPicPr>
        <p:blipFill>
          <a:blip r:embed="rId35">
            <a:extLst/>
          </a:blip>
          <a:stretch>
            <a:fillRect/>
          </a:stretch>
        </p:blipFill>
        <p:spPr>
          <a:xfrm>
            <a:off x="8851147" y="18737684"/>
            <a:ext cx="507201" cy="520057"/>
          </a:xfrm>
          <a:prstGeom prst="rect">
            <a:avLst/>
          </a:prstGeom>
        </p:spPr>
      </p:pic>
      <p:pic>
        <p:nvPicPr>
          <p:cNvPr id="205" name="inset_fss_loglin_scaled_decay_per_a_N4_ar0p72_0p76_IC1000_L3264128256512_z1p65.png" descr="inset_fss_loglin_scaled_decay_per_a_N4_ar0p72_0p76_IC1000_L3264128256512_z1p65.png"/>
          <p:cNvPicPr>
            <a:picLocks noChangeAspect="1"/>
          </p:cNvPicPr>
          <p:nvPr/>
        </p:nvPicPr>
        <p:blipFill>
          <a:blip r:embed="rId36">
            <a:extLst/>
          </a:blip>
          <a:srcRect l="0" t="8334" r="0" b="0"/>
          <a:stretch>
            <a:fillRect/>
          </a:stretch>
        </p:blipFill>
        <p:spPr>
          <a:xfrm>
            <a:off x="-6648" y="21545837"/>
            <a:ext cx="13145070" cy="8032955"/>
          </a:xfrm>
          <a:prstGeom prst="rect">
            <a:avLst/>
          </a:prstGeom>
          <a:ln w="3175">
            <a:miter lim="400000"/>
          </a:ln>
        </p:spPr>
      </p:pic>
      <p:sp>
        <p:nvSpPr>
          <p:cNvPr id="206" name="Line"/>
          <p:cNvSpPr/>
          <p:nvPr/>
        </p:nvSpPr>
        <p:spPr>
          <a:xfrm>
            <a:off x="9936839" y="15246905"/>
            <a:ext cx="7305543" cy="56842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724" y="4714"/>
                  <a:pt x="3327" y="8588"/>
                  <a:pt x="6850" y="10193"/>
                </a:cubicBezTo>
                <a:cubicBezTo>
                  <a:pt x="10435" y="11827"/>
                  <a:pt x="14580" y="10846"/>
                  <a:pt x="17862" y="13393"/>
                </a:cubicBezTo>
                <a:cubicBezTo>
                  <a:pt x="20110" y="15137"/>
                  <a:pt x="21518" y="18227"/>
                  <a:pt x="21600" y="21600"/>
                </a:cubicBezTo>
              </a:path>
            </a:pathLst>
          </a:custGeom>
          <a:ln w="254000">
            <a:solidFill>
              <a:schemeClr val="accent5">
                <a:lumOff val="-29866"/>
              </a:schemeClr>
            </a:solidFill>
            <a:miter lim="400000"/>
            <a:tailEnd type="triangle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36576" tIns="36576" rIns="36576" bIns="36576" anchor="ctr"/>
          <a:lstStyle/>
          <a:p>
            <a:pPr/>
          </a:p>
        </p:txBody>
      </p:sp>
      <p:pic>
        <p:nvPicPr>
          <p:cNvPr id="207" name="Image" descr="Image"/>
          <p:cNvPicPr>
            <a:picLocks noChangeAspect="1"/>
          </p:cNvPicPr>
          <p:nvPr/>
        </p:nvPicPr>
        <p:blipFill>
          <a:blip r:embed="rId37">
            <a:extLst/>
          </a:blip>
          <a:stretch>
            <a:fillRect/>
          </a:stretch>
        </p:blipFill>
        <p:spPr>
          <a:xfrm>
            <a:off x="16773693" y="20752120"/>
            <a:ext cx="12780958" cy="776173"/>
          </a:xfrm>
          <a:prstGeom prst="rect">
            <a:avLst/>
          </a:prstGeom>
          <a:ln w="3175">
            <a:miter lim="400000"/>
          </a:ln>
        </p:spPr>
      </p:pic>
      <p:pic>
        <p:nvPicPr>
          <p:cNvPr id="208" name="Rectangle Rectangle" descr="Rectangle Rectangle"/>
          <p:cNvPicPr>
            <a:picLocks noChangeAspect="0"/>
          </p:cNvPicPr>
          <p:nvPr/>
        </p:nvPicPr>
        <p:blipFill>
          <a:blip r:embed="rId38">
            <a:extLst/>
          </a:blip>
          <a:stretch>
            <a:fillRect/>
          </a:stretch>
        </p:blipFill>
        <p:spPr>
          <a:xfrm>
            <a:off x="27268052" y="20818373"/>
            <a:ext cx="854062" cy="786427"/>
          </a:xfrm>
          <a:prstGeom prst="rect">
            <a:avLst/>
          </a:prstGeom>
        </p:spPr>
      </p:pic>
      <p:pic>
        <p:nvPicPr>
          <p:cNvPr id="210" name="Rectangle Rectangle" descr="Rectangle Rectangle"/>
          <p:cNvPicPr>
            <a:picLocks noChangeAspect="0"/>
          </p:cNvPicPr>
          <p:nvPr/>
        </p:nvPicPr>
        <p:blipFill>
          <a:blip r:embed="rId39">
            <a:extLst/>
          </a:blip>
          <a:stretch>
            <a:fillRect/>
          </a:stretch>
        </p:blipFill>
        <p:spPr>
          <a:xfrm>
            <a:off x="24618297" y="20727091"/>
            <a:ext cx="458860" cy="477500"/>
          </a:xfrm>
          <a:prstGeom prst="rect">
            <a:avLst/>
          </a:prstGeom>
        </p:spPr>
      </p:pic>
      <p:pic>
        <p:nvPicPr>
          <p:cNvPr id="212" name="Rectangle Rectangle" descr="Rectangle Rectangle"/>
          <p:cNvPicPr>
            <a:picLocks noChangeAspect="0"/>
          </p:cNvPicPr>
          <p:nvPr/>
        </p:nvPicPr>
        <p:blipFill>
          <a:blip r:embed="rId40">
            <a:extLst/>
          </a:blip>
          <a:stretch>
            <a:fillRect/>
          </a:stretch>
        </p:blipFill>
        <p:spPr>
          <a:xfrm>
            <a:off x="19486638" y="20757450"/>
            <a:ext cx="458860" cy="473736"/>
          </a:xfrm>
          <a:prstGeom prst="rect">
            <a:avLst/>
          </a:prstGeom>
        </p:spPr>
      </p:pic>
      <p:pic>
        <p:nvPicPr>
          <p:cNvPr id="214" name="Rectangle Rectangle" descr="Rectangle Rectangle"/>
          <p:cNvPicPr>
            <a:picLocks noChangeAspect="0"/>
          </p:cNvPicPr>
          <p:nvPr/>
        </p:nvPicPr>
        <p:blipFill>
          <a:blip r:embed="rId39">
            <a:extLst/>
          </a:blip>
          <a:stretch>
            <a:fillRect/>
          </a:stretch>
        </p:blipFill>
        <p:spPr>
          <a:xfrm>
            <a:off x="29050597" y="20739791"/>
            <a:ext cx="458860" cy="477500"/>
          </a:xfrm>
          <a:prstGeom prst="rect">
            <a:avLst/>
          </a:prstGeom>
        </p:spPr>
      </p:pic>
      <p:pic>
        <p:nvPicPr>
          <p:cNvPr id="216" name="inset_fss_S_diff_per_aval_N4_ar0p68_0p8_IC1000_L3264128256512_z1p65.png" descr="inset_fss_S_diff_per_aval_N4_ar0p68_0p8_IC1000_L3264128256512_z1p65.png"/>
          <p:cNvPicPr>
            <a:picLocks noChangeAspect="1"/>
          </p:cNvPicPr>
          <p:nvPr/>
        </p:nvPicPr>
        <p:blipFill>
          <a:blip r:embed="rId41">
            <a:extLst/>
          </a:blip>
          <a:srcRect l="0" t="8382" r="0" b="0"/>
          <a:stretch>
            <a:fillRect/>
          </a:stretch>
        </p:blipFill>
        <p:spPr>
          <a:xfrm>
            <a:off x="16282745" y="22646344"/>
            <a:ext cx="10760813" cy="6572557"/>
          </a:xfrm>
          <a:prstGeom prst="rect">
            <a:avLst/>
          </a:prstGeom>
          <a:ln w="3175">
            <a:miter lim="400000"/>
          </a:ln>
        </p:spPr>
      </p:pic>
      <p:pic>
        <p:nvPicPr>
          <p:cNvPr id="217" name="Rectangle Rectangle" descr="Rectangle Rectangle"/>
          <p:cNvPicPr>
            <a:picLocks noChangeAspect="0"/>
          </p:cNvPicPr>
          <p:nvPr/>
        </p:nvPicPr>
        <p:blipFill>
          <a:blip r:embed="rId42">
            <a:extLst/>
          </a:blip>
          <a:stretch>
            <a:fillRect/>
          </a:stretch>
        </p:blipFill>
        <p:spPr>
          <a:xfrm>
            <a:off x="25189797" y="20704674"/>
            <a:ext cx="458860" cy="538017"/>
          </a:xfrm>
          <a:prstGeom prst="rect">
            <a:avLst/>
          </a:prstGeom>
        </p:spPr>
      </p:pic>
      <p:sp>
        <p:nvSpPr>
          <p:cNvPr id="219" name="Line"/>
          <p:cNvSpPr/>
          <p:nvPr/>
        </p:nvSpPr>
        <p:spPr>
          <a:xfrm>
            <a:off x="34823759" y="10191015"/>
            <a:ext cx="3459733" cy="7887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918" fill="norm" stroke="1" extrusionOk="0">
                <a:moveTo>
                  <a:pt x="21600" y="0"/>
                </a:moveTo>
                <a:cubicBezTo>
                  <a:pt x="17632" y="14167"/>
                  <a:pt x="12570" y="21600"/>
                  <a:pt x="7389" y="20869"/>
                </a:cubicBezTo>
                <a:cubicBezTo>
                  <a:pt x="4846" y="20510"/>
                  <a:pt x="2341" y="18160"/>
                  <a:pt x="0" y="13936"/>
                </a:cubicBezTo>
              </a:path>
            </a:pathLst>
          </a:custGeom>
          <a:ln w="127000">
            <a:solidFill>
              <a:schemeClr val="accent5">
                <a:lumOff val="-29866"/>
              </a:schemeClr>
            </a:solidFill>
            <a:miter lim="400000"/>
            <a:tailEnd type="triangle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36576" tIns="36576" rIns="36576" bIns="36576" anchor="ctr"/>
          <a:lstStyle/>
          <a:p>
            <a:pPr/>
          </a:p>
        </p:txBody>
      </p:sp>
      <p:sp>
        <p:nvSpPr>
          <p:cNvPr id="220" name="Line"/>
          <p:cNvSpPr/>
          <p:nvPr/>
        </p:nvSpPr>
        <p:spPr>
          <a:xfrm>
            <a:off x="20629224" y="10721619"/>
            <a:ext cx="11818277" cy="1594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5032" fill="norm" stroke="1" extrusionOk="0">
                <a:moveTo>
                  <a:pt x="21600" y="456"/>
                </a:moveTo>
                <a:cubicBezTo>
                  <a:pt x="20881" y="-546"/>
                  <a:pt x="20113" y="119"/>
                  <a:pt x="19496" y="2277"/>
                </a:cubicBezTo>
                <a:cubicBezTo>
                  <a:pt x="19074" y="3756"/>
                  <a:pt x="18752" y="5855"/>
                  <a:pt x="18367" y="7580"/>
                </a:cubicBezTo>
                <a:cubicBezTo>
                  <a:pt x="15723" y="19424"/>
                  <a:pt x="11958" y="11712"/>
                  <a:pt x="8579" y="5338"/>
                </a:cubicBezTo>
                <a:cubicBezTo>
                  <a:pt x="6088" y="637"/>
                  <a:pt x="3205" y="-2176"/>
                  <a:pt x="1138" y="6809"/>
                </a:cubicBezTo>
                <a:cubicBezTo>
                  <a:pt x="631" y="9013"/>
                  <a:pt x="239" y="11841"/>
                  <a:pt x="0" y="15031"/>
                </a:cubicBezTo>
              </a:path>
            </a:pathLst>
          </a:custGeom>
          <a:ln w="127000">
            <a:solidFill>
              <a:schemeClr val="accent5">
                <a:lumOff val="-29866"/>
              </a:schemeClr>
            </a:solidFill>
            <a:miter lim="400000"/>
            <a:tailEnd type="triangle"/>
          </a:ln>
        </p:spPr>
        <p:txBody>
          <a:bodyPr lIns="36576" tIns="36576" rIns="36576" bIns="36576" anchor="ctr"/>
          <a:lstStyle/>
          <a:p>
            <a:pPr/>
          </a:p>
        </p:txBody>
      </p:sp>
      <p:grpSp>
        <p:nvGrpSpPr>
          <p:cNvPr id="228" name="Group"/>
          <p:cNvGrpSpPr/>
          <p:nvPr/>
        </p:nvGrpSpPr>
        <p:grpSpPr>
          <a:xfrm>
            <a:off x="26096955" y="23083417"/>
            <a:ext cx="5204093" cy="2733381"/>
            <a:chOff x="-89802" y="-89802"/>
            <a:chExt cx="5204091" cy="2733380"/>
          </a:xfrm>
        </p:grpSpPr>
        <p:pic>
          <p:nvPicPr>
            <p:cNvPr id="221" name="Image" descr="Image"/>
            <p:cNvPicPr>
              <a:picLocks noChangeAspect="1"/>
            </p:cNvPicPr>
            <p:nvPr/>
          </p:nvPicPr>
          <p:blipFill>
            <a:blip r:embed="rId43">
              <a:extLst/>
            </a:blip>
            <a:stretch>
              <a:fillRect/>
            </a:stretch>
          </p:blipFill>
          <p:spPr>
            <a:xfrm>
              <a:off x="79012" y="60142"/>
              <a:ext cx="5035278" cy="2473470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222" name="Rectangle Rectangle" descr="Rectangle Rectangle"/>
            <p:cNvPicPr>
              <a:picLocks noChangeAspect="0"/>
            </p:cNvPicPr>
            <p:nvPr/>
          </p:nvPicPr>
          <p:blipFill>
            <a:blip r:embed="rId44">
              <a:extLst/>
            </a:blip>
            <a:stretch>
              <a:fillRect/>
            </a:stretch>
          </p:blipFill>
          <p:spPr>
            <a:xfrm>
              <a:off x="137345" y="1803269"/>
              <a:ext cx="723079" cy="840309"/>
            </a:xfrm>
            <a:prstGeom prst="rect">
              <a:avLst/>
            </a:prstGeom>
            <a:effectLst/>
          </p:spPr>
        </p:pic>
        <p:pic>
          <p:nvPicPr>
            <p:cNvPr id="224" name="Square Rectangle" descr="Square Rectangle"/>
            <p:cNvPicPr>
              <a:picLocks noChangeAspect="0"/>
            </p:cNvPicPr>
            <p:nvPr/>
          </p:nvPicPr>
          <p:blipFill>
            <a:blip r:embed="rId45">
              <a:extLst/>
            </a:blip>
            <a:stretch>
              <a:fillRect/>
            </a:stretch>
          </p:blipFill>
          <p:spPr>
            <a:xfrm>
              <a:off x="-89803" y="-89803"/>
              <a:ext cx="933405" cy="929793"/>
            </a:xfrm>
            <a:prstGeom prst="rect">
              <a:avLst/>
            </a:prstGeom>
            <a:effectLst/>
          </p:spPr>
        </p:pic>
        <p:pic>
          <p:nvPicPr>
            <p:cNvPr id="226" name="Square Square" descr="Square Square"/>
            <p:cNvPicPr>
              <a:picLocks noChangeAspect="0"/>
            </p:cNvPicPr>
            <p:nvPr/>
          </p:nvPicPr>
          <p:blipFill>
            <a:blip r:embed="rId46">
              <a:extLst/>
            </a:blip>
            <a:stretch>
              <a:fillRect/>
            </a:stretch>
          </p:blipFill>
          <p:spPr>
            <a:xfrm>
              <a:off x="96842" y="919587"/>
              <a:ext cx="727885" cy="727885"/>
            </a:xfrm>
            <a:prstGeom prst="rect">
              <a:avLst/>
            </a:prstGeom>
            <a:effectLst/>
          </p:spPr>
        </p:pic>
      </p:grpSp>
      <p:sp>
        <p:nvSpPr>
          <p:cNvPr id="229" name="Line"/>
          <p:cNvSpPr/>
          <p:nvPr/>
        </p:nvSpPr>
        <p:spPr>
          <a:xfrm>
            <a:off x="30202652" y="14108771"/>
            <a:ext cx="3115267" cy="36419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624" fill="norm" stroke="1" extrusionOk="0">
                <a:moveTo>
                  <a:pt x="0" y="20274"/>
                </a:moveTo>
                <a:cubicBezTo>
                  <a:pt x="4337" y="21379"/>
                  <a:pt x="9022" y="19797"/>
                  <a:pt x="11139" y="16514"/>
                </a:cubicBezTo>
                <a:cubicBezTo>
                  <a:pt x="14009" y="12061"/>
                  <a:pt x="10825" y="6066"/>
                  <a:pt x="14945" y="2131"/>
                </a:cubicBezTo>
                <a:cubicBezTo>
                  <a:pt x="16588" y="561"/>
                  <a:pt x="19094" y="-221"/>
                  <a:pt x="21600" y="54"/>
                </a:cubicBezTo>
              </a:path>
            </a:pathLst>
          </a:custGeom>
          <a:ln w="254000">
            <a:solidFill>
              <a:schemeClr val="accent5">
                <a:lumOff val="-29866"/>
              </a:schemeClr>
            </a:solidFill>
            <a:miter lim="400000"/>
            <a:tailEnd type="triangle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36576" tIns="36576" rIns="36576" bIns="36576" anchor="ctr"/>
          <a:lstStyle/>
          <a:p>
            <a:pPr/>
          </a:p>
        </p:txBody>
      </p:sp>
      <p:pic>
        <p:nvPicPr>
          <p:cNvPr id="230" name="Image" descr="Image"/>
          <p:cNvPicPr>
            <a:picLocks noChangeAspect="1"/>
          </p:cNvPicPr>
          <p:nvPr/>
        </p:nvPicPr>
        <p:blipFill>
          <a:blip r:embed="rId47">
            <a:extLst/>
          </a:blip>
          <a:stretch>
            <a:fillRect/>
          </a:stretch>
        </p:blipFill>
        <p:spPr>
          <a:xfrm>
            <a:off x="33600837" y="13854580"/>
            <a:ext cx="5303745" cy="600425"/>
          </a:xfrm>
          <a:prstGeom prst="rect">
            <a:avLst/>
          </a:prstGeom>
          <a:ln w="3175">
            <a:miter lim="400000"/>
          </a:ln>
        </p:spPr>
      </p:pic>
      <p:pic>
        <p:nvPicPr>
          <p:cNvPr id="231" name="Image" descr="Image"/>
          <p:cNvPicPr>
            <a:picLocks noChangeAspect="1"/>
          </p:cNvPicPr>
          <p:nvPr/>
        </p:nvPicPr>
        <p:blipFill>
          <a:blip r:embed="rId48">
            <a:extLst/>
          </a:blip>
          <a:stretch>
            <a:fillRect/>
          </a:stretch>
        </p:blipFill>
        <p:spPr>
          <a:xfrm>
            <a:off x="13775250" y="13486649"/>
            <a:ext cx="1764507" cy="384208"/>
          </a:xfrm>
          <a:prstGeom prst="rect">
            <a:avLst/>
          </a:prstGeom>
          <a:ln w="3175">
            <a:miter lim="400000"/>
          </a:ln>
        </p:spPr>
      </p:pic>
      <p:pic>
        <p:nvPicPr>
          <p:cNvPr id="232" name="Image" descr="Image"/>
          <p:cNvPicPr>
            <a:picLocks noChangeAspect="1"/>
          </p:cNvPicPr>
          <p:nvPr/>
        </p:nvPicPr>
        <p:blipFill>
          <a:blip r:embed="rId49">
            <a:extLst/>
          </a:blip>
          <a:stretch>
            <a:fillRect/>
          </a:stretch>
        </p:blipFill>
        <p:spPr>
          <a:xfrm>
            <a:off x="39187826" y="13707125"/>
            <a:ext cx="2095424" cy="727885"/>
          </a:xfrm>
          <a:prstGeom prst="rect">
            <a:avLst/>
          </a:prstGeom>
          <a:ln w="3175">
            <a:miter lim="400000"/>
          </a:ln>
        </p:spPr>
      </p:pic>
      <p:pic>
        <p:nvPicPr>
          <p:cNvPr id="233" name="Image" descr="Image"/>
          <p:cNvPicPr>
            <a:picLocks noChangeAspect="1"/>
          </p:cNvPicPr>
          <p:nvPr/>
        </p:nvPicPr>
        <p:blipFill>
          <a:blip r:embed="rId50">
            <a:extLst/>
          </a:blip>
          <a:stretch>
            <a:fillRect/>
          </a:stretch>
        </p:blipFill>
        <p:spPr>
          <a:xfrm>
            <a:off x="33190095" y="19765345"/>
            <a:ext cx="9242436" cy="727885"/>
          </a:xfrm>
          <a:prstGeom prst="rect">
            <a:avLst/>
          </a:prstGeom>
          <a:ln w="3175">
            <a:miter lim="400000"/>
          </a:ln>
        </p:spPr>
      </p:pic>
      <p:pic>
        <p:nvPicPr>
          <p:cNvPr id="234" name="Rectangle Rectangle" descr="Rectangle Rectangle"/>
          <p:cNvPicPr>
            <a:picLocks noChangeAspect="0"/>
          </p:cNvPicPr>
          <p:nvPr/>
        </p:nvPicPr>
        <p:blipFill>
          <a:blip r:embed="rId51">
            <a:extLst/>
          </a:blip>
          <a:stretch>
            <a:fillRect/>
          </a:stretch>
        </p:blipFill>
        <p:spPr>
          <a:xfrm>
            <a:off x="36241575" y="19748546"/>
            <a:ext cx="458983" cy="477500"/>
          </a:xfrm>
          <a:prstGeom prst="rect">
            <a:avLst/>
          </a:prstGeom>
        </p:spPr>
      </p:pic>
      <p:pic>
        <p:nvPicPr>
          <p:cNvPr id="236" name="Rectangle Rectangle" descr="Rectangle Rectangle"/>
          <p:cNvPicPr>
            <a:picLocks noChangeAspect="0"/>
          </p:cNvPicPr>
          <p:nvPr/>
        </p:nvPicPr>
        <p:blipFill>
          <a:blip r:embed="rId38">
            <a:extLst/>
          </a:blip>
          <a:stretch>
            <a:fillRect/>
          </a:stretch>
        </p:blipFill>
        <p:spPr>
          <a:xfrm>
            <a:off x="40157427" y="19792285"/>
            <a:ext cx="854062" cy="786428"/>
          </a:xfrm>
          <a:prstGeom prst="rect">
            <a:avLst/>
          </a:prstGeom>
        </p:spPr>
      </p:pic>
      <p:pic>
        <p:nvPicPr>
          <p:cNvPr id="238" name="Rectangle Rectangle" descr="Rectangle Rectangle"/>
          <p:cNvPicPr>
            <a:picLocks noChangeAspect="0"/>
          </p:cNvPicPr>
          <p:nvPr/>
        </p:nvPicPr>
        <p:blipFill>
          <a:blip r:embed="rId39">
            <a:extLst/>
          </a:blip>
          <a:stretch>
            <a:fillRect/>
          </a:stretch>
        </p:blipFill>
        <p:spPr>
          <a:xfrm>
            <a:off x="41907229" y="19735846"/>
            <a:ext cx="458860" cy="477500"/>
          </a:xfrm>
          <a:prstGeom prst="rect">
            <a:avLst/>
          </a:prstGeom>
        </p:spPr>
      </p:pic>
      <p:grpSp>
        <p:nvGrpSpPr>
          <p:cNvPr id="243" name="Group"/>
          <p:cNvGrpSpPr/>
          <p:nvPr/>
        </p:nvGrpSpPr>
        <p:grpSpPr>
          <a:xfrm>
            <a:off x="32587639" y="20798317"/>
            <a:ext cx="10184552" cy="6942719"/>
            <a:chOff x="0" y="-62861"/>
            <a:chExt cx="10184550" cy="6942717"/>
          </a:xfrm>
        </p:grpSpPr>
        <p:pic>
          <p:nvPicPr>
            <p:cNvPr id="240" name="stds_with_inset.png" descr="stds_with_inset.png"/>
            <p:cNvPicPr>
              <a:picLocks noChangeAspect="1"/>
            </p:cNvPicPr>
            <p:nvPr/>
          </p:nvPicPr>
          <p:blipFill>
            <a:blip r:embed="rId52">
              <a:extLst/>
            </a:blip>
            <a:stretch>
              <a:fillRect/>
            </a:stretch>
          </p:blipFill>
          <p:spPr>
            <a:xfrm>
              <a:off x="0" y="90154"/>
              <a:ext cx="10184551" cy="6789702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241" name="Rectangle Rectangle" descr="Rectangle Rectangle"/>
            <p:cNvPicPr>
              <a:picLocks noChangeAspect="0"/>
            </p:cNvPicPr>
            <p:nvPr/>
          </p:nvPicPr>
          <p:blipFill>
            <a:blip r:embed="rId53">
              <a:extLst/>
            </a:blip>
            <a:stretch>
              <a:fillRect/>
            </a:stretch>
          </p:blipFill>
          <p:spPr>
            <a:xfrm>
              <a:off x="7825225" y="-62862"/>
              <a:ext cx="1655113" cy="760187"/>
            </a:xfrm>
            <a:prstGeom prst="rect">
              <a:avLst/>
            </a:prstGeom>
            <a:effectLst/>
          </p:spPr>
        </p:pic>
      </p:grpSp>
      <p:pic>
        <p:nvPicPr>
          <p:cNvPr id="244" name="Image" descr="Image"/>
          <p:cNvPicPr>
            <a:picLocks noChangeAspect="1"/>
          </p:cNvPicPr>
          <p:nvPr/>
        </p:nvPicPr>
        <p:blipFill>
          <a:blip r:embed="rId54">
            <a:extLst/>
          </a:blip>
          <a:stretch>
            <a:fillRect/>
          </a:stretch>
        </p:blipFill>
        <p:spPr>
          <a:xfrm>
            <a:off x="10095190" y="19257188"/>
            <a:ext cx="5134836" cy="2414275"/>
          </a:xfrm>
          <a:prstGeom prst="rect">
            <a:avLst/>
          </a:prstGeom>
          <a:ln w="3175">
            <a:miter lim="400000"/>
          </a:ln>
        </p:spPr>
      </p:pic>
      <p:pic>
        <p:nvPicPr>
          <p:cNvPr id="245" name="Square Rectangle" descr="Square Rectangle"/>
          <p:cNvPicPr>
            <a:picLocks noChangeAspect="0"/>
          </p:cNvPicPr>
          <p:nvPr/>
        </p:nvPicPr>
        <p:blipFill>
          <a:blip r:embed="rId55">
            <a:extLst/>
          </a:blip>
          <a:stretch>
            <a:fillRect/>
          </a:stretch>
        </p:blipFill>
        <p:spPr>
          <a:xfrm>
            <a:off x="10179091" y="21132843"/>
            <a:ext cx="723079" cy="727885"/>
          </a:xfrm>
          <a:prstGeom prst="rect">
            <a:avLst/>
          </a:prstGeom>
        </p:spPr>
      </p:pic>
      <p:pic>
        <p:nvPicPr>
          <p:cNvPr id="247" name="Square Rectangle" descr="Square Rectangle"/>
          <p:cNvPicPr>
            <a:picLocks noChangeAspect="0"/>
          </p:cNvPicPr>
          <p:nvPr/>
        </p:nvPicPr>
        <p:blipFill>
          <a:blip r:embed="rId45">
            <a:extLst/>
          </a:blip>
          <a:stretch>
            <a:fillRect/>
          </a:stretch>
        </p:blipFill>
        <p:spPr>
          <a:xfrm>
            <a:off x="9901141" y="19087371"/>
            <a:ext cx="933405" cy="929792"/>
          </a:xfrm>
          <a:prstGeom prst="rect">
            <a:avLst/>
          </a:prstGeom>
        </p:spPr>
      </p:pic>
      <p:pic>
        <p:nvPicPr>
          <p:cNvPr id="249" name="Square Square" descr="Square Square"/>
          <p:cNvPicPr>
            <a:picLocks noChangeAspect="0"/>
          </p:cNvPicPr>
          <p:nvPr/>
        </p:nvPicPr>
        <p:blipFill>
          <a:blip r:embed="rId46">
            <a:extLst/>
          </a:blip>
          <a:stretch>
            <a:fillRect/>
          </a:stretch>
        </p:blipFill>
        <p:spPr>
          <a:xfrm>
            <a:off x="10138588" y="20134860"/>
            <a:ext cx="727885" cy="727886"/>
          </a:xfrm>
          <a:prstGeom prst="rect">
            <a:avLst/>
          </a:prstGeom>
        </p:spPr>
      </p:pic>
      <p:sp>
        <p:nvSpPr>
          <p:cNvPr id="251" name="Line"/>
          <p:cNvSpPr/>
          <p:nvPr/>
        </p:nvSpPr>
        <p:spPr>
          <a:xfrm>
            <a:off x="10230184" y="21927904"/>
            <a:ext cx="6050898" cy="21253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856" fill="norm" stroke="1" extrusionOk="0">
                <a:moveTo>
                  <a:pt x="0" y="421"/>
                </a:moveTo>
                <a:cubicBezTo>
                  <a:pt x="1071" y="540"/>
                  <a:pt x="2143" y="547"/>
                  <a:pt x="3214" y="433"/>
                </a:cubicBezTo>
                <a:cubicBezTo>
                  <a:pt x="7127" y="16"/>
                  <a:pt x="11376" y="-1496"/>
                  <a:pt x="14275" y="5385"/>
                </a:cubicBezTo>
                <a:cubicBezTo>
                  <a:pt x="15788" y="8975"/>
                  <a:pt x="16553" y="14377"/>
                  <a:pt x="18228" y="17468"/>
                </a:cubicBezTo>
                <a:cubicBezTo>
                  <a:pt x="19209" y="19278"/>
                  <a:pt x="20406" y="20104"/>
                  <a:pt x="21600" y="19791"/>
                </a:cubicBezTo>
              </a:path>
            </a:pathLst>
          </a:custGeom>
          <a:ln w="127000">
            <a:solidFill>
              <a:srgbClr val="00007A"/>
            </a:solidFill>
            <a:miter lim="400000"/>
            <a:tailEnd type="triangle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36576" tIns="36576" rIns="36576" bIns="36576" anchor="ctr"/>
          <a:lstStyle/>
          <a:p>
            <a:pPr/>
          </a:p>
        </p:txBody>
      </p:sp>
      <p:grpSp>
        <p:nvGrpSpPr>
          <p:cNvPr id="258" name="Group"/>
          <p:cNvGrpSpPr/>
          <p:nvPr/>
        </p:nvGrpSpPr>
        <p:grpSpPr>
          <a:xfrm>
            <a:off x="31740056" y="27871011"/>
            <a:ext cx="10480047" cy="929793"/>
            <a:chOff x="-89802" y="-55786"/>
            <a:chExt cx="10480046" cy="929791"/>
          </a:xfrm>
        </p:grpSpPr>
        <p:pic>
          <p:nvPicPr>
            <p:cNvPr id="252" name="Image" descr="Image"/>
            <p:cNvPicPr>
              <a:picLocks noChangeAspect="1"/>
            </p:cNvPicPr>
            <p:nvPr/>
          </p:nvPicPr>
          <p:blipFill>
            <a:blip r:embed="rId56">
              <a:extLst/>
            </a:blip>
            <a:stretch>
              <a:fillRect/>
            </a:stretch>
          </p:blipFill>
          <p:spPr>
            <a:xfrm>
              <a:off x="75294" y="70798"/>
              <a:ext cx="5539394" cy="600425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253" name="Image" descr="Image"/>
            <p:cNvPicPr>
              <a:picLocks noChangeAspect="1"/>
            </p:cNvPicPr>
            <p:nvPr/>
          </p:nvPicPr>
          <p:blipFill>
            <a:blip r:embed="rId57">
              <a:extLst/>
            </a:blip>
            <a:stretch>
              <a:fillRect/>
            </a:stretch>
          </p:blipFill>
          <p:spPr>
            <a:xfrm>
              <a:off x="6421111" y="0"/>
              <a:ext cx="3969134" cy="513421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254" name="Square Rectangle" descr="Square Rectangle"/>
            <p:cNvPicPr>
              <a:picLocks noChangeAspect="0"/>
            </p:cNvPicPr>
            <p:nvPr/>
          </p:nvPicPr>
          <p:blipFill>
            <a:blip r:embed="rId45">
              <a:extLst/>
            </a:blip>
            <a:stretch>
              <a:fillRect/>
            </a:stretch>
          </p:blipFill>
          <p:spPr>
            <a:xfrm>
              <a:off x="-89803" y="-55787"/>
              <a:ext cx="933405" cy="929793"/>
            </a:xfrm>
            <a:prstGeom prst="rect">
              <a:avLst/>
            </a:prstGeom>
            <a:effectLst/>
          </p:spPr>
        </p:pic>
        <p:pic>
          <p:nvPicPr>
            <p:cNvPr id="256" name="Square Square" descr="Square Square"/>
            <p:cNvPicPr>
              <a:picLocks noChangeAspect="0"/>
            </p:cNvPicPr>
            <p:nvPr/>
          </p:nvPicPr>
          <p:blipFill>
            <a:blip r:embed="rId46">
              <a:extLst/>
            </a:blip>
            <a:stretch>
              <a:fillRect/>
            </a:stretch>
          </p:blipFill>
          <p:spPr>
            <a:xfrm>
              <a:off x="6206109" y="-43733"/>
              <a:ext cx="727885" cy="727885"/>
            </a:xfrm>
            <a:prstGeom prst="rect">
              <a:avLst/>
            </a:prstGeom>
            <a:effectLst/>
          </p:spPr>
        </p:pic>
      </p:grpSp>
      <p:sp>
        <p:nvSpPr>
          <p:cNvPr id="259" name="Rectangle"/>
          <p:cNvSpPr/>
          <p:nvPr/>
        </p:nvSpPr>
        <p:spPr>
          <a:xfrm>
            <a:off x="-35502" y="29372183"/>
            <a:ext cx="43962204" cy="3685122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175">
            <a:miter lim="400000"/>
          </a:ln>
        </p:spPr>
        <p:txBody>
          <a:bodyPr lIns="0" tIns="0" rIns="0" bIns="0" anchor="b"/>
          <a:lstStyle/>
          <a:p>
            <a:pPr algn="ctr">
              <a:lnSpc>
                <a:spcPct val="150000"/>
              </a:lnSpc>
              <a:spcBef>
                <a:spcPts val="0"/>
              </a:spcBef>
              <a:defRPr sz="5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60" name="Giancarlo Benettin. Kolmogorov entropy and numerical experiments. Physical Review A, 14(6):2338, 1976."/>
          <p:cNvSpPr txBox="1"/>
          <p:nvPr/>
        </p:nvSpPr>
        <p:spPr>
          <a:xfrm>
            <a:off x="315980" y="29845505"/>
            <a:ext cx="35254439" cy="89179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6576" tIns="36576" rIns="36576" bIns="36576" anchor="ctr">
            <a:spAutoFit/>
          </a:bodyPr>
          <a:lstStyle>
            <a:lvl1pPr marL="2111375" indent="-2111375">
              <a:buSzPct val="100000"/>
              <a:buAutoNum type="arabicPeriod" startAt="1"/>
              <a:defRPr sz="5500">
                <a:solidFill>
                  <a:srgbClr val="FFFFFF"/>
                </a:solidFill>
              </a:defRPr>
            </a:lvl1pPr>
          </a:lstStyle>
          <a:p>
            <a:pPr/>
            <a:r>
              <a:t>Giancarlo Benettin. Kolmogorov entropy and numerical experiments. Physical Review A, 14(6):2338, 1976.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1981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7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6576" tIns="36576" rIns="36576" bIns="36576" numCol="1" spcCol="38100" rtlCol="0" anchor="ctr" upright="0">
        <a:spAutoFit/>
      </a:bodyPr>
      <a:lstStyle>
        <a:defPPr marL="0" marR="0" indent="0" algn="l" defTabSz="1981200" rtl="0" fontAlgn="auto" latinLnBrk="0" hangingPunct="0">
          <a:lnSpc>
            <a:spcPct val="100000"/>
          </a:lnSpc>
          <a:spcBef>
            <a:spcPts val="141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1981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7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6576" tIns="36576" rIns="36576" bIns="36576" numCol="1" spcCol="38100" rtlCol="0" anchor="ctr" upright="0">
        <a:spAutoFit/>
      </a:bodyPr>
      <a:lstStyle>
        <a:defPPr marL="0" marR="0" indent="0" algn="l" defTabSz="1981200" rtl="0" fontAlgn="auto" latinLnBrk="0" hangingPunct="0">
          <a:lnSpc>
            <a:spcPct val="100000"/>
          </a:lnSpc>
          <a:spcBef>
            <a:spcPts val="141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