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800BA-7631-8437-714E-2C994457BD7E}" v="241" dt="2021-06-25T00:13:14.869"/>
    <p1510:client id="{1CB0D329-77EE-2DAE-18BF-FF2DCE728FF1}" v="598" dt="2021-06-22T19:06:01.924"/>
    <p1510:client id="{267F8A48-3053-6069-1819-B39F74C2EF4A}" v="10" dt="2021-06-22T16:33:34.273"/>
    <p1510:client id="{4BFD4D07-1D1F-F5C0-1570-DDBB704E1FD6}" v="1978" dt="2021-06-25T00:12:34.046"/>
    <p1510:client id="{51625A5D-A77A-49B3-9AFE-6BD2E4283980}" v="72" dt="2021-06-22T16:30:50.950"/>
    <p1510:client id="{8FF5AFFC-853E-5BD0-3DE3-42B559CA100B}" v="2672" dt="2021-06-24T23:07:25.765"/>
    <p1510:client id="{F2C12234-A2F7-9D18-8ECA-EBDF72FD1470}" v="101" dt="2021-06-24T23:17:06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in Haque" userId="S::shafinhaque@techforgoodinc.org::97638443-9f88-4dd7-a32b-b648d83611fc" providerId="AD" clId="Web-{1CB0D329-77EE-2DAE-18BF-FF2DCE728FF1}"/>
    <pc:docChg chg="addSld delSld modSld sldOrd addMainMaster delMainMaster">
      <pc:chgData name="Shafin Haque" userId="S::shafinhaque@techforgoodinc.org::97638443-9f88-4dd7-a32b-b648d83611fc" providerId="AD" clId="Web-{1CB0D329-77EE-2DAE-18BF-FF2DCE728FF1}" dt="2021-06-22T19:06:01.924" v="320" actId="20577"/>
      <pc:docMkLst>
        <pc:docMk/>
      </pc:docMkLst>
      <pc:sldChg chg="addSp delSp modSp mod setBg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109857222" sldId="256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8:55:46.001" v="110"/>
          <ac:spMkLst>
            <pc:docMk/>
            <pc:sldMk cId="109857222" sldId="256"/>
            <ac:spMk id="14" creationId="{55B419A7-F817-4767-8CCB-FB0E189C4ACD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8:55:46.001" v="110"/>
          <ac:spMkLst>
            <pc:docMk/>
            <pc:sldMk cId="109857222" sldId="256"/>
            <ac:spMk id="19" creationId="{ADA271CD-3011-4A05-B4A3-80F1794684F2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109857222" sldId="256"/>
            <ac:spMk id="20" creationId="{377641A3-0AD1-47C4-888F-5D557BC9C0CB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21" creationId="{FD8F1113-2E3C-46E3-B54F-B7F421EEFD11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9:02:25.527" v="279"/>
          <ac:spMkLst>
            <pc:docMk/>
            <pc:sldMk cId="109857222" sldId="256"/>
            <ac:spMk id="22" creationId="{7A675F33-98AF-4B83-A3BB-0780A23145E6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23" creationId="{B54A4D14-513F-4121-92D3-5CCB46896211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109857222" sldId="256"/>
            <ac:spMk id="24" creationId="{7A675F33-98AF-4B83-A3BB-0780A23145E6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25" creationId="{6C3411F1-AD17-499D-AFEF-2F300F6DF0F3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27" creationId="{60BF2CBE-B1E9-4C42-89DC-C35E4E651648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29" creationId="{72C95A87-DCDB-41C4-B774-744B3ECBE8CB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31" creationId="{BCB97515-32FF-43A6-A51C-B140193ABB66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33" creationId="{9C6379D3-7045-4B76-9409-6D23D753D054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35" creationId="{61B1C1DE-4201-4989-BE65-41ADC2472550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37" creationId="{806398CC-D327-4E06-838C-31119BD56F81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39" creationId="{70A741CC-E736-448A-A94E-5C8BB9711DCD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41" creationId="{7C324CDD-B30F-47DD-8627-E2171D5E8399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43" creationId="{79C8D19E-E3D6-45A6-BCA2-5918A37D7ACC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45" creationId="{43280283-E04A-43CA-BFA1-F285486A2F00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47" creationId="{38328CB6-0FC5-4AEA-BC7E-489267CB6F19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8:56:00.220" v="112"/>
          <ac:spMkLst>
            <pc:docMk/>
            <pc:sldMk cId="109857222" sldId="256"/>
            <ac:spMk id="49" creationId="{138AF5D2-3A9C-4E8F-B879-36865366A1D5}"/>
          </ac:spMkLst>
        </pc:spChg>
        <pc:grpChg chg="add 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109857222" sldId="256"/>
            <ac:grpSpMk id="26" creationId="{EA75029C-64B9-41D0-9540-75846D4B04A5}"/>
          </ac:grpSpMkLst>
        </pc:grpChg>
        <pc:picChg chg="mod ord">
          <ac:chgData name="Shafin Haque" userId="S::shafinhaque@techforgoodinc.org::97638443-9f88-4dd7-a32b-b648d83611fc" providerId="AD" clId="Web-{1CB0D329-77EE-2DAE-18BF-FF2DCE728FF1}" dt="2021-06-22T19:02:25.527" v="279"/>
          <ac:picMkLst>
            <pc:docMk/>
            <pc:sldMk cId="109857222" sldId="256"/>
            <ac:picMk id="16" creationId="{B988B8D2-87C9-485A-83CE-BA82FD1354C2}"/>
          </ac:picMkLst>
        </pc:picChg>
        <pc:cxnChg chg="del">
          <ac:chgData name="Shafin Haque" userId="S::shafinhaque@techforgoodinc.org::97638443-9f88-4dd7-a32b-b648d83611fc" providerId="AD" clId="Web-{1CB0D329-77EE-2DAE-18BF-FF2DCE728FF1}" dt="2021-06-22T18:55:46.001" v="110"/>
          <ac:cxnSpMkLst>
            <pc:docMk/>
            <pc:sldMk cId="109857222" sldId="256"/>
            <ac:cxnSpMk id="18" creationId="{E3B95BE3-D5B2-4F38-9A01-17866C9FBA6E}"/>
          </ac:cxnSpMkLst>
        </pc:cxnChg>
      </pc:sldChg>
      <pc:sldChg chg="modSp new del mod modClrScheme chgLayout">
        <pc:chgData name="Shafin Haque" userId="S::shafinhaque@techforgoodinc.org::97638443-9f88-4dd7-a32b-b648d83611fc" providerId="AD" clId="Web-{1CB0D329-77EE-2DAE-18BF-FF2DCE728FF1}" dt="2021-06-22T18:59:33.054" v="160"/>
        <pc:sldMkLst>
          <pc:docMk/>
          <pc:sldMk cId="997589117" sldId="257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997589117" sldId="257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997589117" sldId="257"/>
            <ac:spMk id="3" creationId="{CD4AD40D-1207-4AAE-887E-10CA3FB18FE8}"/>
          </ac:spMkLst>
        </pc:spChg>
      </pc:sldChg>
      <pc:sldChg chg="modSp add del mod replId modClrScheme chgLayout">
        <pc:chgData name="Shafin Haque" userId="S::shafinhaque@techforgoodinc.org::97638443-9f88-4dd7-a32b-b648d83611fc" providerId="AD" clId="Web-{1CB0D329-77EE-2DAE-18BF-FF2DCE728FF1}" dt="2021-06-22T18:59:34.882" v="161"/>
        <pc:sldMkLst>
          <pc:docMk/>
          <pc:sldMk cId="260776957" sldId="258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260776957" sldId="258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260776957" sldId="258"/>
            <ac:spMk id="3" creationId="{CD4AD40D-1207-4AAE-887E-10CA3FB18FE8}"/>
          </ac:spMkLst>
        </pc:spChg>
      </pc:sldChg>
      <pc:sldChg chg="modSp add del mod replId modClrScheme chgLayout">
        <pc:chgData name="Shafin Haque" userId="S::shafinhaque@techforgoodinc.org::97638443-9f88-4dd7-a32b-b648d83611fc" providerId="AD" clId="Web-{1CB0D329-77EE-2DAE-18BF-FF2DCE728FF1}" dt="2021-06-22T18:59:36.648" v="162"/>
        <pc:sldMkLst>
          <pc:docMk/>
          <pc:sldMk cId="2112223041" sldId="259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2112223041" sldId="259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2112223041" sldId="259"/>
            <ac:spMk id="3" creationId="{CD4AD40D-1207-4AAE-887E-10CA3FB18FE8}"/>
          </ac:spMkLst>
        </pc:spChg>
      </pc:sldChg>
      <pc:sldChg chg="modSp add del mod replId modClrScheme chgLayout">
        <pc:chgData name="Shafin Haque" userId="S::shafinhaque@techforgoodinc.org::97638443-9f88-4dd7-a32b-b648d83611fc" providerId="AD" clId="Web-{1CB0D329-77EE-2DAE-18BF-FF2DCE728FF1}" dt="2021-06-22T18:59:37.898" v="164"/>
        <pc:sldMkLst>
          <pc:docMk/>
          <pc:sldMk cId="4085644641" sldId="260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4085644641" sldId="260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4085644641" sldId="260"/>
            <ac:spMk id="3" creationId="{CD4AD40D-1207-4AAE-887E-10CA3FB18FE8}"/>
          </ac:spMkLst>
        </pc:spChg>
      </pc:sldChg>
      <pc:sldChg chg="modSp add del mod replId modClrScheme chgLayout">
        <pc:chgData name="Shafin Haque" userId="S::shafinhaque@techforgoodinc.org::97638443-9f88-4dd7-a32b-b648d83611fc" providerId="AD" clId="Web-{1CB0D329-77EE-2DAE-18BF-FF2DCE728FF1}" dt="2021-06-22T18:59:38.835" v="165"/>
        <pc:sldMkLst>
          <pc:docMk/>
          <pc:sldMk cId="3059393201" sldId="261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3059393201" sldId="261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3059393201" sldId="261"/>
            <ac:spMk id="3" creationId="{CD4AD40D-1207-4AAE-887E-10CA3FB18FE8}"/>
          </ac:spMkLst>
        </pc:spChg>
      </pc:sldChg>
      <pc:sldChg chg="modSp add del mod replId modClrScheme chgLayout">
        <pc:chgData name="Shafin Haque" userId="S::shafinhaque@techforgoodinc.org::97638443-9f88-4dd7-a32b-b648d83611fc" providerId="AD" clId="Web-{1CB0D329-77EE-2DAE-18BF-FF2DCE728FF1}" dt="2021-06-22T18:59:39.476" v="166"/>
        <pc:sldMkLst>
          <pc:docMk/>
          <pc:sldMk cId="884834409" sldId="262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884834409" sldId="262"/>
            <ac:spMk id="2" creationId="{C0781B0C-8170-47BA-808F-5CC90EFBD813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884834409" sldId="262"/>
            <ac:spMk id="3" creationId="{CD4AD40D-1207-4AAE-887E-10CA3FB18FE8}"/>
          </ac:spMkLst>
        </pc:spChg>
      </pc:sldChg>
      <pc:sldChg chg="add del replId">
        <pc:chgData name="Shafin Haque" userId="S::shafinhaque@techforgoodinc.org::97638443-9f88-4dd7-a32b-b648d83611fc" providerId="AD" clId="Web-{1CB0D329-77EE-2DAE-18BF-FF2DCE728FF1}" dt="2021-06-22T18:55:18.516" v="107"/>
        <pc:sldMkLst>
          <pc:docMk/>
          <pc:sldMk cId="2386356005" sldId="263"/>
        </pc:sldMkLst>
      </pc:sldChg>
      <pc:sldChg chg="add del replId">
        <pc:chgData name="Shafin Haque" userId="S::shafinhaque@techforgoodinc.org::97638443-9f88-4dd7-a32b-b648d83611fc" providerId="AD" clId="Web-{1CB0D329-77EE-2DAE-18BF-FF2DCE728FF1}" dt="2021-06-22T18:55:20.234" v="108"/>
        <pc:sldMkLst>
          <pc:docMk/>
          <pc:sldMk cId="1691449699" sldId="264"/>
        </pc:sldMkLst>
      </pc:sldChg>
      <pc:sldChg chg="add del replId">
        <pc:chgData name="Shafin Haque" userId="S::shafinhaque@techforgoodinc.org::97638443-9f88-4dd7-a32b-b648d83611fc" providerId="AD" clId="Web-{1CB0D329-77EE-2DAE-18BF-FF2DCE728FF1}" dt="2021-06-22T18:55:21.219" v="109"/>
        <pc:sldMkLst>
          <pc:docMk/>
          <pc:sldMk cId="1210911204" sldId="265"/>
        </pc:sldMkLst>
      </pc:sldChg>
      <pc:sldChg chg="addSp modSp new del mod modClrScheme chgLayout">
        <pc:chgData name="Shafin Haque" userId="S::shafinhaque@techforgoodinc.org::97638443-9f88-4dd7-a32b-b648d83611fc" providerId="AD" clId="Web-{1CB0D329-77EE-2DAE-18BF-FF2DCE728FF1}" dt="2021-06-22T18:59:37.445" v="163"/>
        <pc:sldMkLst>
          <pc:docMk/>
          <pc:sldMk cId="1435739696" sldId="266"/>
        </pc:sldMkLst>
        <pc:spChg chg="mod ord">
          <ac:chgData name="Shafin Haque" userId="S::shafinhaque@techforgoodinc.org::97638443-9f88-4dd7-a32b-b648d83611fc" providerId="AD" clId="Web-{1CB0D329-77EE-2DAE-18BF-FF2DCE728FF1}" dt="2021-06-22T18:58:51.459" v="149"/>
          <ac:spMkLst>
            <pc:docMk/>
            <pc:sldMk cId="1435739696" sldId="266"/>
            <ac:spMk id="2" creationId="{0F7DFD03-9CAC-461A-9D0B-50DCA9E78FAF}"/>
          </ac:spMkLst>
        </pc:spChg>
        <pc:spChg chg="add mod">
          <ac:chgData name="Shafin Haque" userId="S::shafinhaque@techforgoodinc.org::97638443-9f88-4dd7-a32b-b648d83611fc" providerId="AD" clId="Web-{1CB0D329-77EE-2DAE-18BF-FF2DCE728FF1}" dt="2021-06-22T18:53:34.575" v="71" actId="1076"/>
          <ac:spMkLst>
            <pc:docMk/>
            <pc:sldMk cId="1435739696" sldId="266"/>
            <ac:spMk id="3" creationId="{279BAEA6-5F53-47E9-BC6C-CB349521F785}"/>
          </ac:spMkLst>
        </pc:spChg>
      </pc:sldChg>
      <pc:sldChg chg="addSp modSp new del mod modClrScheme chgLayout">
        <pc:chgData name="Shafin Haque" userId="S::shafinhaque@techforgoodinc.org::97638443-9f88-4dd7-a32b-b648d83611fc" providerId="AD" clId="Web-{1CB0D329-77EE-2DAE-18BF-FF2DCE728FF1}" dt="2021-06-22T18:58:11.630" v="140"/>
        <pc:sldMkLst>
          <pc:docMk/>
          <pc:sldMk cId="2704004473" sldId="267"/>
        </pc:sldMkLst>
        <pc:spChg chg="mod ord">
          <ac:chgData name="Shafin Haque" userId="S::shafinhaque@techforgoodinc.org::97638443-9f88-4dd7-a32b-b648d83611fc" providerId="AD" clId="Web-{1CB0D329-77EE-2DAE-18BF-FF2DCE728FF1}" dt="2021-06-22T18:56:11.033" v="113"/>
          <ac:spMkLst>
            <pc:docMk/>
            <pc:sldMk cId="2704004473" sldId="267"/>
            <ac:spMk id="2" creationId="{E8E057CF-0356-4A7E-A183-9374B5CF16B2}"/>
          </ac:spMkLst>
        </pc:spChg>
        <pc:spChg chg="add mod">
          <ac:chgData name="Shafin Haque" userId="S::shafinhaque@techforgoodinc.org::97638443-9f88-4dd7-a32b-b648d83611fc" providerId="AD" clId="Web-{1CB0D329-77EE-2DAE-18BF-FF2DCE728FF1}" dt="2021-06-22T18:54:22.452" v="98" actId="1076"/>
          <ac:spMkLst>
            <pc:docMk/>
            <pc:sldMk cId="2704004473" sldId="267"/>
            <ac:spMk id="3" creationId="{8D39E58C-92CB-4A76-BB60-60149D762C6C}"/>
          </ac:spMkLst>
        </pc:spChg>
      </pc:sldChg>
      <pc:sldChg chg="addSp modSp new del mod ord setBg modClrScheme chgLayout">
        <pc:chgData name="Shafin Haque" userId="S::shafinhaque@techforgoodinc.org::97638443-9f88-4dd7-a32b-b648d83611fc" providerId="AD" clId="Web-{1CB0D329-77EE-2DAE-18BF-FF2DCE728FF1}" dt="2021-06-22T19:01:15.932" v="229"/>
        <pc:sldMkLst>
          <pc:docMk/>
          <pc:sldMk cId="64607846" sldId="268"/>
        </pc:sldMkLst>
        <pc:spChg chg="mod ord">
          <ac:chgData name="Shafin Haque" userId="S::shafinhaque@techforgoodinc.org::97638443-9f88-4dd7-a32b-b648d83611fc" providerId="AD" clId="Web-{1CB0D329-77EE-2DAE-18BF-FF2DCE728FF1}" dt="2021-06-22T19:00:57.275" v="220" actId="20577"/>
          <ac:spMkLst>
            <pc:docMk/>
            <pc:sldMk cId="64607846" sldId="268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8:59:19.100" v="159" actId="20577"/>
          <ac:spMkLst>
            <pc:docMk/>
            <pc:sldMk cId="64607846" sldId="268"/>
            <ac:spMk id="3" creationId="{3E8FD2CD-CC47-4D36-BC60-ED4E3FCECA8E}"/>
          </ac:spMkLst>
        </pc:spChg>
        <pc:spChg chg="add">
          <ac:chgData name="Shafin Haque" userId="S::shafinhaque@techforgoodinc.org::97638443-9f88-4dd7-a32b-b648d83611fc" providerId="AD" clId="Web-{1CB0D329-77EE-2DAE-18BF-FF2DCE728FF1}" dt="2021-06-22T18:59:13.303" v="152"/>
          <ac:spMkLst>
            <pc:docMk/>
            <pc:sldMk cId="64607846" sldId="268"/>
            <ac:spMk id="8" creationId="{CADF2543-1B6F-4FBC-A7AF-53A0430E05AB}"/>
          </ac:spMkLst>
        </pc:spChg>
        <pc:grpChg chg="add">
          <ac:chgData name="Shafin Haque" userId="S::shafinhaque@techforgoodinc.org::97638443-9f88-4dd7-a32b-b648d83611fc" providerId="AD" clId="Web-{1CB0D329-77EE-2DAE-18BF-FF2DCE728FF1}" dt="2021-06-22T18:59:13.303" v="152"/>
          <ac:grpSpMkLst>
            <pc:docMk/>
            <pc:sldMk cId="64607846" sldId="268"/>
            <ac:grpSpMk id="10" creationId="{A80A6E81-6B71-43DF-877B-E964A9A4CB68}"/>
          </ac:grpSpMkLst>
        </pc:grpChg>
      </pc:sldChg>
      <pc:sldChg chg="addSp delSp modSp new mod setBg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2449550217" sldId="269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2449550217" sldId="269"/>
            <ac:spMk id="2" creationId="{25A1AE75-C5DF-42EE-A95F-EA9E8C50DD90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2449550217" sldId="269"/>
            <ac:spMk id="3" creationId="{18804B55-A03F-424A-8C4F-0B064FD599DC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2449550217" sldId="269"/>
            <ac:spMk id="18" creationId="{4609862E-48F9-45AC-8D44-67A0268A7935}"/>
          </ac:spMkLst>
        </pc:spChg>
        <pc:grpChg chg="add 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2449550217" sldId="269"/>
            <ac:grpSpMk id="20" creationId="{C97986E7-0E3C-4F64-886E-935DDCB83AA7}"/>
          </ac:grpSpMkLst>
        </pc:grpChg>
        <pc:cxnChg chg="add 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2449550217" sldId="269"/>
            <ac:cxnSpMk id="8" creationId="{FEB90296-CFE0-401D-9CA3-32966EC4F01D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2449550217" sldId="269"/>
            <ac:cxnSpMk id="10" creationId="{08C9B4EE-7611-4ED9-B356-7BDD377C39B0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2449550217" sldId="269"/>
            <ac:cxnSpMk id="12" creationId="{4A4F266A-F2F7-47CD-8BBC-E3777E982FD2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2449550217" sldId="269"/>
            <ac:cxnSpMk id="14" creationId="{20D69C80-8919-4A32-B897-F2A21F940574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2449550217" sldId="269"/>
            <ac:cxnSpMk id="16" creationId="{F427B072-CC5B-481B-9719-8CD4C54444BE}"/>
          </ac:cxnSpMkLst>
        </pc:cxnChg>
      </pc:sldChg>
      <pc:sldChg chg="new del">
        <pc:chgData name="Shafin Haque" userId="S::shafinhaque@techforgoodinc.org::97638443-9f88-4dd7-a32b-b648d83611fc" providerId="AD" clId="Web-{1CB0D329-77EE-2DAE-18BF-FF2DCE728FF1}" dt="2021-06-22T18:59:44.273" v="169"/>
        <pc:sldMkLst>
          <pc:docMk/>
          <pc:sldMk cId="1928902569" sldId="270"/>
        </pc:sldMkLst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1820775668" sldId="271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820775668" sldId="271"/>
            <ac:spMk id="2" creationId="{25A1AE75-C5DF-42EE-A95F-EA9E8C50DD90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820775668" sldId="271"/>
            <ac:spMk id="3" creationId="{18804B55-A03F-424A-8C4F-0B064FD599DC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1820775668" sldId="271"/>
            <ac:spMk id="18" creationId="{4609862E-48F9-45AC-8D44-67A0268A7935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1820775668" sldId="271"/>
            <ac:grpSpMk id="20" creationId="{C97986E7-0E3C-4F64-886E-935DDCB83AA7}"/>
          </ac:grpSpMkLst>
        </pc:grpChg>
        <pc:cxnChg chg="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1820775668" sldId="271"/>
            <ac:cxnSpMk id="8" creationId="{FEB90296-CFE0-401D-9CA3-32966EC4F01D}"/>
          </ac:cxnSpMkLst>
        </pc:cxnChg>
        <pc:cxnChg chg="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1820775668" sldId="271"/>
            <ac:cxnSpMk id="10" creationId="{08C9B4EE-7611-4ED9-B356-7BDD377C39B0}"/>
          </ac:cxnSpMkLst>
        </pc:cxnChg>
        <pc:cxnChg chg="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1820775668" sldId="271"/>
            <ac:cxnSpMk id="12" creationId="{4A4F266A-F2F7-47CD-8BBC-E3777E982FD2}"/>
          </ac:cxnSpMkLst>
        </pc:cxnChg>
        <pc:cxnChg chg="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1820775668" sldId="271"/>
            <ac:cxnSpMk id="14" creationId="{20D69C80-8919-4A32-B897-F2A21F940574}"/>
          </ac:cxnSpMkLst>
        </pc:cxnChg>
        <pc:cxnChg chg="del">
          <ac:chgData name="Shafin Haque" userId="S::shafinhaque@techforgoodinc.org::97638443-9f88-4dd7-a32b-b648d83611fc" providerId="AD" clId="Web-{1CB0D329-77EE-2DAE-18BF-FF2DCE728FF1}" dt="2021-06-22T19:04:21.702" v="292"/>
          <ac:cxnSpMkLst>
            <pc:docMk/>
            <pc:sldMk cId="1820775668" sldId="271"/>
            <ac:cxnSpMk id="16" creationId="{F427B072-CC5B-481B-9719-8CD4C54444BE}"/>
          </ac:cxnSpMkLst>
        </pc:cxnChg>
      </pc:sldChg>
      <pc:sldChg chg="add del replId">
        <pc:chgData name="Shafin Haque" userId="S::shafinhaque@techforgoodinc.org::97638443-9f88-4dd7-a32b-b648d83611fc" providerId="AD" clId="Web-{1CB0D329-77EE-2DAE-18BF-FF2DCE728FF1}" dt="2021-06-22T18:59:49.554" v="171"/>
        <pc:sldMkLst>
          <pc:docMk/>
          <pc:sldMk cId="605526489" sldId="272"/>
        </pc:sldMkLst>
      </pc:sldChg>
      <pc:sldChg chg="add del replId">
        <pc:chgData name="Shafin Haque" userId="S::shafinhaque@techforgoodinc.org::97638443-9f88-4dd7-a32b-b648d83611fc" providerId="AD" clId="Web-{1CB0D329-77EE-2DAE-18BF-FF2DCE728FF1}" dt="2021-06-22T19:00:13.711" v="184"/>
        <pc:sldMkLst>
          <pc:docMk/>
          <pc:sldMk cId="2621733374" sldId="272"/>
        </pc:sldMkLst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6:01.924" v="320" actId="20577"/>
        <pc:sldMkLst>
          <pc:docMk/>
          <pc:sldMk cId="2710631114" sldId="272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2710631114" sldId="272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6:01.924" v="320" actId="20577"/>
          <ac:spMkLst>
            <pc:docMk/>
            <pc:sldMk cId="2710631114" sldId="272"/>
            <ac:spMk id="3" creationId="{3E8FD2CD-CC47-4D36-BC60-ED4E3FCECA8E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2710631114" sldId="272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2710631114" sldId="272"/>
            <ac:grpSpMk id="10" creationId="{A80A6E81-6B71-43DF-877B-E964A9A4CB68}"/>
          </ac:grpSpMkLst>
        </pc:grpChg>
      </pc:sldChg>
      <pc:sldChg chg="addSp delSp modSp add mod replId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1097602346" sldId="273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097602346" sldId="273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1097602346" sldId="273"/>
            <ac:spMk id="3" creationId="{3E8FD2CD-CC47-4D36-BC60-ED4E3FCECA8E}"/>
          </ac:spMkLst>
        </pc:spChg>
        <pc:spChg chg="add del mod">
          <ac:chgData name="Shafin Haque" userId="S::shafinhaque@techforgoodinc.org::97638443-9f88-4dd7-a32b-b648d83611fc" providerId="AD" clId="Web-{1CB0D329-77EE-2DAE-18BF-FF2DCE728FF1}" dt="2021-06-22T19:03:45.201" v="283"/>
          <ac:spMkLst>
            <pc:docMk/>
            <pc:sldMk cId="1097602346" sldId="273"/>
            <ac:spMk id="4" creationId="{F8E5CDD6-FE02-4A37-9BEE-132376EDD405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1097602346" sldId="273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1097602346" sldId="273"/>
            <ac:grpSpMk id="10" creationId="{A80A6E81-6B71-43DF-877B-E964A9A4CB68}"/>
          </ac:grpSpMkLst>
        </pc:grpChg>
      </pc:sldChg>
      <pc:sldChg chg="add del replId">
        <pc:chgData name="Shafin Haque" userId="S::shafinhaque@techforgoodinc.org::97638443-9f88-4dd7-a32b-b648d83611fc" providerId="AD" clId="Web-{1CB0D329-77EE-2DAE-18BF-FF2DCE728FF1}" dt="2021-06-22T19:00:14.805" v="185"/>
        <pc:sldMkLst>
          <pc:docMk/>
          <pc:sldMk cId="1165692447" sldId="273"/>
        </pc:sldMkLst>
      </pc:sldChg>
      <pc:sldChg chg="modSp add del replId">
        <pc:chgData name="Shafin Haque" userId="S::shafinhaque@techforgoodinc.org::97638443-9f88-4dd7-a32b-b648d83611fc" providerId="AD" clId="Web-{1CB0D329-77EE-2DAE-18BF-FF2DCE728FF1}" dt="2021-06-22T19:01:17.822" v="230"/>
        <pc:sldMkLst>
          <pc:docMk/>
          <pc:sldMk cId="2994761242" sldId="273"/>
        </pc:sldMkLst>
        <pc:spChg chg="mod">
          <ac:chgData name="Shafin Haque" userId="S::shafinhaque@techforgoodinc.org::97638443-9f88-4dd7-a32b-b648d83611fc" providerId="AD" clId="Web-{1CB0D329-77EE-2DAE-18BF-FF2DCE728FF1}" dt="2021-06-22T19:00:48.165" v="216" actId="20577"/>
          <ac:spMkLst>
            <pc:docMk/>
            <pc:sldMk cId="2994761242" sldId="273"/>
            <ac:spMk id="2" creationId="{8FDE0590-2F1A-4D6B-8B76-A822286C2735}"/>
          </ac:spMkLst>
        </pc:spChg>
      </pc:sldChg>
      <pc:sldChg chg="add del replId">
        <pc:chgData name="Shafin Haque" userId="S::shafinhaque@techforgoodinc.org::97638443-9f88-4dd7-a32b-b648d83611fc" providerId="AD" clId="Web-{1CB0D329-77EE-2DAE-18BF-FF2DCE728FF1}" dt="2021-06-22T19:00:17.305" v="186"/>
        <pc:sldMkLst>
          <pc:docMk/>
          <pc:sldMk cId="1534657902" sldId="274"/>
        </pc:sldMkLst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2180552109" sldId="274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2180552109" sldId="274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2180552109" sldId="274"/>
            <ac:spMk id="3" creationId="{3E8FD2CD-CC47-4D36-BC60-ED4E3FCECA8E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2180552109" sldId="274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2180552109" sldId="274"/>
            <ac:grpSpMk id="10" creationId="{A80A6E81-6B71-43DF-877B-E964A9A4CB68}"/>
          </ac:grpSpMkLst>
        </pc:grpChg>
      </pc:sldChg>
      <pc:sldChg chg="add del replId">
        <pc:chgData name="Shafin Haque" userId="S::shafinhaque@techforgoodinc.org::97638443-9f88-4dd7-a32b-b648d83611fc" providerId="AD" clId="Web-{1CB0D329-77EE-2DAE-18BF-FF2DCE728FF1}" dt="2021-06-22T19:01:19.479" v="231"/>
        <pc:sldMkLst>
          <pc:docMk/>
          <pc:sldMk cId="3086251165" sldId="274"/>
        </pc:sldMkLst>
      </pc:sldChg>
      <pc:sldChg chg="add del replId">
        <pc:chgData name="Shafin Haque" userId="S::shafinhaque@techforgoodinc.org::97638443-9f88-4dd7-a32b-b648d83611fc" providerId="AD" clId="Web-{1CB0D329-77EE-2DAE-18BF-FF2DCE728FF1}" dt="2021-06-22T19:00:19.055" v="187"/>
        <pc:sldMkLst>
          <pc:docMk/>
          <pc:sldMk cId="2050826706" sldId="275"/>
        </pc:sldMkLst>
      </pc:sldChg>
      <pc:sldChg chg="add del replId">
        <pc:chgData name="Shafin Haque" userId="S::shafinhaque@techforgoodinc.org::97638443-9f88-4dd7-a32b-b648d83611fc" providerId="AD" clId="Web-{1CB0D329-77EE-2DAE-18BF-FF2DCE728FF1}" dt="2021-06-22T19:01:20.401" v="232"/>
        <pc:sldMkLst>
          <pc:docMk/>
          <pc:sldMk cId="2506674112" sldId="275"/>
        </pc:sldMkLst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3678106850" sldId="275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678106850" sldId="275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678106850" sldId="275"/>
            <ac:spMk id="3" creationId="{3E8FD2CD-CC47-4D36-BC60-ED4E3FCECA8E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3678106850" sldId="275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3678106850" sldId="275"/>
            <ac:grpSpMk id="10" creationId="{A80A6E81-6B71-43DF-877B-E964A9A4CB68}"/>
          </ac:grpSpMkLst>
        </pc:grpChg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4:37.125" v="304" actId="20577"/>
        <pc:sldMkLst>
          <pc:docMk/>
          <pc:sldMk cId="727611064" sldId="276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727611064" sldId="276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37.125" v="304" actId="20577"/>
          <ac:spMkLst>
            <pc:docMk/>
            <pc:sldMk cId="727611064" sldId="276"/>
            <ac:spMk id="3" creationId="{3E8FD2CD-CC47-4D36-BC60-ED4E3FCECA8E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727611064" sldId="276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727611064" sldId="276"/>
            <ac:grpSpMk id="10" creationId="{A80A6E81-6B71-43DF-877B-E964A9A4CB68}"/>
          </ac:grpSpMkLst>
        </pc:grpChg>
      </pc:sldChg>
      <pc:sldChg chg="delSp modSp add mod replId modClrScheme delDesignElem chgLayout">
        <pc:chgData name="Shafin Haque" userId="S::shafinhaque@techforgoodinc.org::97638443-9f88-4dd7-a32b-b648d83611fc" providerId="AD" clId="Web-{1CB0D329-77EE-2DAE-18BF-FF2DCE728FF1}" dt="2021-06-22T19:04:26.624" v="294"/>
        <pc:sldMkLst>
          <pc:docMk/>
          <pc:sldMk cId="3911142443" sldId="277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911142443" sldId="277"/>
            <ac:spMk id="2" creationId="{8FDE0590-2F1A-4D6B-8B76-A822286C2735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911142443" sldId="277"/>
            <ac:spMk id="3" creationId="{3E8FD2CD-CC47-4D36-BC60-ED4E3FCECA8E}"/>
          </ac:spMkLst>
        </pc:spChg>
        <pc:spChg chg="del">
          <ac:chgData name="Shafin Haque" userId="S::shafinhaque@techforgoodinc.org::97638443-9f88-4dd7-a32b-b648d83611fc" providerId="AD" clId="Web-{1CB0D329-77EE-2DAE-18BF-FF2DCE728FF1}" dt="2021-06-22T19:04:21.702" v="292"/>
          <ac:spMkLst>
            <pc:docMk/>
            <pc:sldMk cId="3911142443" sldId="277"/>
            <ac:spMk id="8" creationId="{CADF2543-1B6F-4FBC-A7AF-53A0430E05AB}"/>
          </ac:spMkLst>
        </pc:spChg>
        <pc:grpChg chg="del">
          <ac:chgData name="Shafin Haque" userId="S::shafinhaque@techforgoodinc.org::97638443-9f88-4dd7-a32b-b648d83611fc" providerId="AD" clId="Web-{1CB0D329-77EE-2DAE-18BF-FF2DCE728FF1}" dt="2021-06-22T19:04:21.702" v="292"/>
          <ac:grpSpMkLst>
            <pc:docMk/>
            <pc:sldMk cId="3911142443" sldId="277"/>
            <ac:grpSpMk id="10" creationId="{A80A6E81-6B71-43DF-877B-E964A9A4CB68}"/>
          </ac:grpSpMkLst>
        </pc:grpChg>
      </pc:sldChg>
      <pc:sldChg chg="addSp delSp modSp new mod setBg modClrScheme delDesignElem chgLayout">
        <pc:chgData name="Shafin Haque" userId="S::shafinhaque@techforgoodinc.org::97638443-9f88-4dd7-a32b-b648d83611fc" providerId="AD" clId="Web-{1CB0D329-77EE-2DAE-18BF-FF2DCE728FF1}" dt="2021-06-22T19:04:46.219" v="309" actId="20577"/>
        <pc:sldMkLst>
          <pc:docMk/>
          <pc:sldMk cId="300005839" sldId="278"/>
        </pc:sldMkLst>
        <pc:spChg chg="mod ord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00005839" sldId="278"/>
            <ac:spMk id="2" creationId="{8DE54AE7-3D86-4EF5-9D36-D446B7C8E169}"/>
          </ac:spMkLst>
        </pc:spChg>
        <pc:spChg chg="mod ord">
          <ac:chgData name="Shafin Haque" userId="S::shafinhaque@techforgoodinc.org::97638443-9f88-4dd7-a32b-b648d83611fc" providerId="AD" clId="Web-{1CB0D329-77EE-2DAE-18BF-FF2DCE728FF1}" dt="2021-06-22T19:04:46.219" v="309" actId="20577"/>
          <ac:spMkLst>
            <pc:docMk/>
            <pc:sldMk cId="300005839" sldId="278"/>
            <ac:spMk id="3" creationId="{0A148032-D51B-46E2-B029-A80216DB0795}"/>
          </ac:spMkLst>
        </pc:spChg>
        <pc:spChg chg="add del">
          <ac:chgData name="Shafin Haque" userId="S::shafinhaque@techforgoodinc.org::97638443-9f88-4dd7-a32b-b648d83611fc" providerId="AD" clId="Web-{1CB0D329-77EE-2DAE-18BF-FF2DCE728FF1}" dt="2021-06-22T19:04:26.624" v="294"/>
          <ac:spMkLst>
            <pc:docMk/>
            <pc:sldMk cId="300005839" sldId="278"/>
            <ac:spMk id="18" creationId="{4609862E-48F9-45AC-8D44-67A0268A7935}"/>
          </ac:spMkLst>
        </pc:spChg>
        <pc:grpChg chg="add del">
          <ac:chgData name="Shafin Haque" userId="S::shafinhaque@techforgoodinc.org::97638443-9f88-4dd7-a32b-b648d83611fc" providerId="AD" clId="Web-{1CB0D329-77EE-2DAE-18BF-FF2DCE728FF1}" dt="2021-06-22T19:04:26.624" v="294"/>
          <ac:grpSpMkLst>
            <pc:docMk/>
            <pc:sldMk cId="300005839" sldId="278"/>
            <ac:grpSpMk id="20" creationId="{C97986E7-0E3C-4F64-886E-935DDCB83AA7}"/>
          </ac:grpSpMkLst>
        </pc:grpChg>
        <pc:cxnChg chg="add del">
          <ac:chgData name="Shafin Haque" userId="S::shafinhaque@techforgoodinc.org::97638443-9f88-4dd7-a32b-b648d83611fc" providerId="AD" clId="Web-{1CB0D329-77EE-2DAE-18BF-FF2DCE728FF1}" dt="2021-06-22T19:04:26.624" v="294"/>
          <ac:cxnSpMkLst>
            <pc:docMk/>
            <pc:sldMk cId="300005839" sldId="278"/>
            <ac:cxnSpMk id="8" creationId="{FEB90296-CFE0-401D-9CA3-32966EC4F01D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6.624" v="294"/>
          <ac:cxnSpMkLst>
            <pc:docMk/>
            <pc:sldMk cId="300005839" sldId="278"/>
            <ac:cxnSpMk id="10" creationId="{08C9B4EE-7611-4ED9-B356-7BDD377C39B0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6.624" v="294"/>
          <ac:cxnSpMkLst>
            <pc:docMk/>
            <pc:sldMk cId="300005839" sldId="278"/>
            <ac:cxnSpMk id="12" creationId="{4A4F266A-F2F7-47CD-8BBC-E3777E982FD2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6.624" v="294"/>
          <ac:cxnSpMkLst>
            <pc:docMk/>
            <pc:sldMk cId="300005839" sldId="278"/>
            <ac:cxnSpMk id="14" creationId="{20D69C80-8919-4A32-B897-F2A21F940574}"/>
          </ac:cxnSpMkLst>
        </pc:cxnChg>
        <pc:cxnChg chg="add del">
          <ac:chgData name="Shafin Haque" userId="S::shafinhaque@techforgoodinc.org::97638443-9f88-4dd7-a32b-b648d83611fc" providerId="AD" clId="Web-{1CB0D329-77EE-2DAE-18BF-FF2DCE728FF1}" dt="2021-06-22T19:04:26.624" v="294"/>
          <ac:cxnSpMkLst>
            <pc:docMk/>
            <pc:sldMk cId="300005839" sldId="278"/>
            <ac:cxnSpMk id="16" creationId="{F427B072-CC5B-481B-9719-8CD4C54444BE}"/>
          </ac:cxnSpMkLst>
        </pc:cxnChg>
      </pc:sldChg>
      <pc:sldMasterChg chg="del delSldLayout">
        <pc:chgData name="Shafin Haque" userId="S::shafinhaque@techforgoodinc.org::97638443-9f88-4dd7-a32b-b648d83611fc" providerId="AD" clId="Web-{1CB0D329-77EE-2DAE-18BF-FF2DCE728FF1}" dt="2021-06-22T18:55:46.001" v="110"/>
        <pc:sldMasterMkLst>
          <pc:docMk/>
          <pc:sldMasterMk cId="1858621433" sldId="2147483737"/>
        </pc:sldMasterMkLst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1352255817" sldId="2147483726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2049783277" sldId="2147483727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968463401" sldId="2147483728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2392033553" sldId="2147483729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4096327742" sldId="2147483730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1931478778" sldId="2147483731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4014924830" sldId="2147483732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1971360397" sldId="2147483733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1965984295" sldId="2147483734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2451655445" sldId="2147483735"/>
          </pc:sldLayoutMkLst>
        </pc:sldLayoutChg>
        <pc:sldLayoutChg chg="del">
          <pc:chgData name="Shafin Haque" userId="S::shafinhaque@techforgoodinc.org::97638443-9f88-4dd7-a32b-b648d83611fc" providerId="AD" clId="Web-{1CB0D329-77EE-2DAE-18BF-FF2DCE728FF1}" dt="2021-06-22T18:55:46.001" v="110"/>
          <pc:sldLayoutMkLst>
            <pc:docMk/>
            <pc:sldMasterMk cId="1858621433" sldId="2147483737"/>
            <pc:sldLayoutMk cId="2936886450" sldId="2147483736"/>
          </pc:sldLayoutMkLst>
        </pc:sldLayoutChg>
      </pc:sldMasterChg>
      <pc:sldMasterChg chg="add del addSldLayout delSldLayout modSldLayout">
        <pc:chgData name="Shafin Haque" userId="S::shafinhaque@techforgoodinc.org::97638443-9f88-4dd7-a32b-b648d83611fc" providerId="AD" clId="Web-{1CB0D329-77EE-2DAE-18BF-FF2DCE728FF1}" dt="2021-06-22T18:56:00.220" v="112"/>
        <pc:sldMasterMkLst>
          <pc:docMk/>
          <pc:sldMasterMk cId="448567755" sldId="2147483738"/>
        </pc:sldMasterMkLst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341140323" sldId="214748373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3660065435" sldId="214748374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1736570635" sldId="214748374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2976400549" sldId="214748374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3745488995" sldId="214748374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1384670139" sldId="214748374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2241068871" sldId="214748374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1340739922" sldId="214748374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3543977011" sldId="214748374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959060218" sldId="214748374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00.220" v="112"/>
          <pc:sldLayoutMkLst>
            <pc:docMk/>
            <pc:sldMasterMk cId="448567755" sldId="2147483738"/>
            <pc:sldLayoutMk cId="1538894107" sldId="2147483749"/>
          </pc:sldLayoutMkLst>
        </pc:sldLayoutChg>
      </pc:sldMasterChg>
      <pc:sldMasterChg chg="add del addSldLayout delSldLayout modSldLayout">
        <pc:chgData name="Shafin Haque" userId="S::shafinhaque@techforgoodinc.org::97638443-9f88-4dd7-a32b-b648d83611fc" providerId="AD" clId="Web-{1CB0D329-77EE-2DAE-18BF-FF2DCE728FF1}" dt="2021-06-22T18:56:11.033" v="113"/>
        <pc:sldMasterMkLst>
          <pc:docMk/>
          <pc:sldMasterMk cId="1963772209" sldId="2147483750"/>
        </pc:sldMasterMkLst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1773219081" sldId="214748375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633026411" sldId="214748375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777032949" sldId="214748375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363455885" sldId="214748375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2400060304" sldId="214748375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3316517649" sldId="214748375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2779914322" sldId="214748375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1418224806" sldId="214748375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1505211841" sldId="214748375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1079565478" sldId="214748376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6:11.033" v="113"/>
          <pc:sldLayoutMkLst>
            <pc:docMk/>
            <pc:sldMasterMk cId="1963772209" sldId="2147483750"/>
            <pc:sldLayoutMk cId="4128494058" sldId="2147483761"/>
          </pc:sldLayoutMkLst>
        </pc:sldLayoutChg>
      </pc:sldMasterChg>
      <pc:sldMasterChg chg="add del addSldLayout delSldLayout modSldLayout">
        <pc:chgData name="Shafin Haque" userId="S::shafinhaque@techforgoodinc.org::97638443-9f88-4dd7-a32b-b648d83611fc" providerId="AD" clId="Web-{1CB0D329-77EE-2DAE-18BF-FF2DCE728FF1}" dt="2021-06-22T18:58:51.459" v="149"/>
        <pc:sldMasterMkLst>
          <pc:docMk/>
          <pc:sldMasterMk cId="3186466743" sldId="2147483762"/>
        </pc:sldMasterMkLst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967156230" sldId="214748376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748687675" sldId="214748376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3886978432" sldId="214748376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3480885126" sldId="214748376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1425159053" sldId="214748376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1693477339" sldId="214748376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1593324828" sldId="214748376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488105924" sldId="214748377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3327643691" sldId="214748377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340696368" sldId="214748377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785666569" sldId="214748377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959064395" sldId="214748377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1098383108" sldId="214748377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393012795" sldId="214748377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4096191659" sldId="214748377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2984130802" sldId="214748377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8:58:51.459" v="149"/>
          <pc:sldLayoutMkLst>
            <pc:docMk/>
            <pc:sldMasterMk cId="3186466743" sldId="2147483762"/>
            <pc:sldLayoutMk cId="123934094" sldId="2147483779"/>
          </pc:sldLayoutMkLst>
        </pc:sldLayoutChg>
      </pc:sldMasterChg>
      <pc:sldMasterChg chg="add del addSldLayout delSldLayout modSldLayout">
        <pc:chgData name="Shafin Haque" userId="S::shafinhaque@techforgoodinc.org::97638443-9f88-4dd7-a32b-b648d83611fc" providerId="AD" clId="Web-{1CB0D329-77EE-2DAE-18BF-FF2DCE728FF1}" dt="2021-06-22T19:04:21.702" v="292"/>
        <pc:sldMasterMkLst>
          <pc:docMk/>
          <pc:sldMasterMk cId="218084995" sldId="2147483780"/>
        </pc:sldMasterMkLst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871538150" sldId="214748378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401269771" sldId="214748378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2530944638" sldId="214748378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768689887" sldId="214748378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117610646" sldId="214748378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810299899" sldId="214748378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681049595" sldId="214748378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28106810" sldId="214748378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666851099" sldId="214748378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2089389152" sldId="214748379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1537490941" sldId="214748379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906965978" sldId="214748379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2131753853" sldId="214748379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3627350023" sldId="214748379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2386957437" sldId="214748379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2737482097" sldId="214748379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1.702" v="292"/>
          <pc:sldLayoutMkLst>
            <pc:docMk/>
            <pc:sldMasterMk cId="218084995" sldId="2147483780"/>
            <pc:sldLayoutMk cId="423702009" sldId="2147483797"/>
          </pc:sldLayoutMkLst>
        </pc:sldLayoutChg>
      </pc:sldMasterChg>
      <pc:sldMasterChg chg="add del addSldLayout delSldLayout modSldLayout">
        <pc:chgData name="Shafin Haque" userId="S::shafinhaque@techforgoodinc.org::97638443-9f88-4dd7-a32b-b648d83611fc" providerId="AD" clId="Web-{1CB0D329-77EE-2DAE-18BF-FF2DCE728FF1}" dt="2021-06-22T19:04:26.624" v="294"/>
        <pc:sldMasterMkLst>
          <pc:docMk/>
          <pc:sldMasterMk cId="2470385474" sldId="2147483798"/>
        </pc:sldMasterMkLst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234384888" sldId="214748379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589736248" sldId="214748380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4068128406" sldId="214748380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173556012" sldId="214748380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1808846401" sldId="214748380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270422208" sldId="214748380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057326572" sldId="2147483805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762090132" sldId="2147483806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2667217534" sldId="2147483807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862543194" sldId="2147483808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4097190150" sldId="2147483809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1908837322" sldId="2147483810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628100483" sldId="2147483811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795186853" sldId="2147483812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319644504" sldId="2147483813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3694210492" sldId="2147483814"/>
          </pc:sldLayoutMkLst>
        </pc:sldLayoutChg>
        <pc:sldLayoutChg chg="add del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2470385474" sldId="2147483798"/>
            <pc:sldLayoutMk cId="56178017" sldId="2147483815"/>
          </pc:sldLayoutMkLst>
        </pc:sldLayoutChg>
      </pc:sldMasterChg>
      <pc:sldMasterChg chg="add addSldLayout modSldLayout">
        <pc:chgData name="Shafin Haque" userId="S::shafinhaque@techforgoodinc.org::97638443-9f88-4dd7-a32b-b648d83611fc" providerId="AD" clId="Web-{1CB0D329-77EE-2DAE-18BF-FF2DCE728FF1}" dt="2021-06-22T19:04:26.624" v="294"/>
        <pc:sldMasterMkLst>
          <pc:docMk/>
          <pc:sldMasterMk cId="3367379330" sldId="2147483816"/>
        </pc:sldMasterMkLst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2240749263" sldId="2147483817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341581607" sldId="2147483818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653493015" sldId="2147483819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279243424" sldId="2147483820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148945758" sldId="2147483821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850753165" sldId="2147483822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2093710656" sldId="2147483823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469485902" sldId="2147483824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1458370198" sldId="2147483825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2522654096" sldId="2147483826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2386803109" sldId="2147483827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563816253" sldId="2147483828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44020266" sldId="2147483829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596452310" sldId="2147483830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817077707" sldId="2147483831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2381457709" sldId="2147483832"/>
          </pc:sldLayoutMkLst>
        </pc:sldLayoutChg>
        <pc:sldLayoutChg chg="add mod replId">
          <pc:chgData name="Shafin Haque" userId="S::shafinhaque@techforgoodinc.org::97638443-9f88-4dd7-a32b-b648d83611fc" providerId="AD" clId="Web-{1CB0D329-77EE-2DAE-18BF-FF2DCE728FF1}" dt="2021-06-22T19:04:26.624" v="294"/>
          <pc:sldLayoutMkLst>
            <pc:docMk/>
            <pc:sldMasterMk cId="3367379330" sldId="2147483816"/>
            <pc:sldLayoutMk cId="3593532723" sldId="2147483833"/>
          </pc:sldLayoutMkLst>
        </pc:sldLayoutChg>
      </pc:sldMasterChg>
    </pc:docChg>
  </pc:docChgLst>
  <pc:docChgLst>
    <pc:chgData name="Elisha Shmalo" userId="S::elishashmalo@techforgoodinc.org::3ddcf734-d217-4e9c-a22b-4a1a63c94ccf" providerId="AD" clId="Web-{4BFD4D07-1D1F-F5C0-1570-DDBB704E1FD6}"/>
    <pc:docChg chg="modSld">
      <pc:chgData name="Elisha Shmalo" userId="S::elishashmalo@techforgoodinc.org::3ddcf734-d217-4e9c-a22b-4a1a63c94ccf" providerId="AD" clId="Web-{4BFD4D07-1D1F-F5C0-1570-DDBB704E1FD6}" dt="2021-06-25T00:12:34.046" v="1039" actId="1076"/>
      <pc:docMkLst>
        <pc:docMk/>
      </pc:docMkLst>
      <pc:sldChg chg="addSp modSp">
        <pc:chgData name="Elisha Shmalo" userId="S::elishashmalo@techforgoodinc.org::3ddcf734-d217-4e9c-a22b-4a1a63c94ccf" providerId="AD" clId="Web-{4BFD4D07-1D1F-F5C0-1570-DDBB704E1FD6}" dt="2021-06-24T22:41:57.509" v="34" actId="20577"/>
        <pc:sldMkLst>
          <pc:docMk/>
          <pc:sldMk cId="771557541" sldId="281"/>
        </pc:sldMkLst>
        <pc:spChg chg="add mod">
          <ac:chgData name="Elisha Shmalo" userId="S::elishashmalo@techforgoodinc.org::3ddcf734-d217-4e9c-a22b-4a1a63c94ccf" providerId="AD" clId="Web-{4BFD4D07-1D1F-F5C0-1570-DDBB704E1FD6}" dt="2021-06-24T22:41:57.509" v="34" actId="20577"/>
          <ac:spMkLst>
            <pc:docMk/>
            <pc:sldMk cId="771557541" sldId="281"/>
            <ac:spMk id="2" creationId="{2FDFB50C-EBD3-4EF6-8199-75B5CF11594D}"/>
          </ac:spMkLst>
        </pc:spChg>
      </pc:sldChg>
      <pc:sldChg chg="addSp modSp">
        <pc:chgData name="Elisha Shmalo" userId="S::elishashmalo@techforgoodinc.org::3ddcf734-d217-4e9c-a22b-4a1a63c94ccf" providerId="AD" clId="Web-{4BFD4D07-1D1F-F5C0-1570-DDBB704E1FD6}" dt="2021-06-24T23:54:49.699" v="802"/>
        <pc:sldMkLst>
          <pc:docMk/>
          <pc:sldMk cId="3674268205" sldId="284"/>
        </pc:sldMkLst>
        <pc:picChg chg="add mod">
          <ac:chgData name="Elisha Shmalo" userId="S::elishashmalo@techforgoodinc.org::3ddcf734-d217-4e9c-a22b-4a1a63c94ccf" providerId="AD" clId="Web-{4BFD4D07-1D1F-F5C0-1570-DDBB704E1FD6}" dt="2021-06-24T23:45:46.105" v="683" actId="1076"/>
          <ac:picMkLst>
            <pc:docMk/>
            <pc:sldMk cId="3674268205" sldId="284"/>
            <ac:picMk id="2" creationId="{4EAD5867-9BDE-4623-9A9A-FFA8C7202A2D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4T23:54:49.699" v="802"/>
          <ac:picMkLst>
            <pc:docMk/>
            <pc:sldMk cId="3674268205" sldId="284"/>
            <ac:picMk id="3" creationId="{AD6387B8-40D2-4971-916B-C5C3DF5F93AD}"/>
          </ac:picMkLst>
        </pc:picChg>
      </pc:sldChg>
      <pc:sldChg chg="addSp modSp">
        <pc:chgData name="Elisha Shmalo" userId="S::elishashmalo@techforgoodinc.org::3ddcf734-d217-4e9c-a22b-4a1a63c94ccf" providerId="AD" clId="Web-{4BFD4D07-1D1F-F5C0-1570-DDBB704E1FD6}" dt="2021-06-24T23:56:39.171" v="922" actId="20577"/>
        <pc:sldMkLst>
          <pc:docMk/>
          <pc:sldMk cId="3362748067" sldId="285"/>
        </pc:sldMkLst>
        <pc:spChg chg="mod">
          <ac:chgData name="Elisha Shmalo" userId="S::elishashmalo@techforgoodinc.org::3ddcf734-d217-4e9c-a22b-4a1a63c94ccf" providerId="AD" clId="Web-{4BFD4D07-1D1F-F5C0-1570-DDBB704E1FD6}" dt="2021-06-24T23:56:39.171" v="922" actId="20577"/>
          <ac:spMkLst>
            <pc:docMk/>
            <pc:sldMk cId="3362748067" sldId="285"/>
            <ac:spMk id="5" creationId="{A918DA0E-007D-46E6-9504-008C6D33B357}"/>
          </ac:spMkLst>
        </pc:spChg>
        <pc:picChg chg="add mod">
          <ac:chgData name="Elisha Shmalo" userId="S::elishashmalo@techforgoodinc.org::3ddcf734-d217-4e9c-a22b-4a1a63c94ccf" providerId="AD" clId="Web-{4BFD4D07-1D1F-F5C0-1570-DDBB704E1FD6}" dt="2021-06-24T23:47:51.046" v="689" actId="14100"/>
          <ac:picMkLst>
            <pc:docMk/>
            <pc:sldMk cId="3362748067" sldId="285"/>
            <ac:picMk id="2" creationId="{B730526A-6D31-489F-ACE2-F100E1095276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4T23:49:03.720" v="693" actId="14100"/>
          <ac:picMkLst>
            <pc:docMk/>
            <pc:sldMk cId="3362748067" sldId="285"/>
            <ac:picMk id="3" creationId="{0BFDD9B1-81DC-4834-86AB-2DF52FE8D7E9}"/>
          </ac:picMkLst>
        </pc:picChg>
      </pc:sldChg>
      <pc:sldChg chg="addSp delSp modSp">
        <pc:chgData name="Elisha Shmalo" userId="S::elishashmalo@techforgoodinc.org::3ddcf734-d217-4e9c-a22b-4a1a63c94ccf" providerId="AD" clId="Web-{4BFD4D07-1D1F-F5C0-1570-DDBB704E1FD6}" dt="2021-06-24T23:43:21.007" v="676" actId="1076"/>
        <pc:sldMkLst>
          <pc:docMk/>
          <pc:sldMk cId="3812361746" sldId="286"/>
        </pc:sldMkLst>
        <pc:spChg chg="mod">
          <ac:chgData name="Elisha Shmalo" userId="S::elishashmalo@techforgoodinc.org::3ddcf734-d217-4e9c-a22b-4a1a63c94ccf" providerId="AD" clId="Web-{4BFD4D07-1D1F-F5C0-1570-DDBB704E1FD6}" dt="2021-06-24T22:48:15.737" v="294" actId="20577"/>
          <ac:spMkLst>
            <pc:docMk/>
            <pc:sldMk cId="3812361746" sldId="286"/>
            <ac:spMk id="5" creationId="{A918DA0E-007D-46E6-9504-008C6D33B357}"/>
          </ac:spMkLst>
        </pc:spChg>
        <pc:picChg chg="add mod">
          <ac:chgData name="Elisha Shmalo" userId="S::elishashmalo@techforgoodinc.org::3ddcf734-d217-4e9c-a22b-4a1a63c94ccf" providerId="AD" clId="Web-{4BFD4D07-1D1F-F5C0-1570-DDBB704E1FD6}" dt="2021-06-24T23:39:47.719" v="654" actId="1076"/>
          <ac:picMkLst>
            <pc:docMk/>
            <pc:sldMk cId="3812361746" sldId="286"/>
            <ac:picMk id="2" creationId="{19B52BFC-5BA8-405E-A1D7-D2C6E33E92C5}"/>
          </ac:picMkLst>
        </pc:picChg>
        <pc:picChg chg="add mod modCrop">
          <ac:chgData name="Elisha Shmalo" userId="S::elishashmalo@techforgoodinc.org::3ddcf734-d217-4e9c-a22b-4a1a63c94ccf" providerId="AD" clId="Web-{4BFD4D07-1D1F-F5C0-1570-DDBB704E1FD6}" dt="2021-06-24T23:40:13.767" v="656"/>
          <ac:picMkLst>
            <pc:docMk/>
            <pc:sldMk cId="3812361746" sldId="286"/>
            <ac:picMk id="3" creationId="{ADC8984B-5573-492C-BC38-EAC24682D2A3}"/>
          </ac:picMkLst>
        </pc:picChg>
        <pc:picChg chg="add del mod">
          <ac:chgData name="Elisha Shmalo" userId="S::elishashmalo@techforgoodinc.org::3ddcf734-d217-4e9c-a22b-4a1a63c94ccf" providerId="AD" clId="Web-{4BFD4D07-1D1F-F5C0-1570-DDBB704E1FD6}" dt="2021-06-24T23:42:55.537" v="666"/>
          <ac:picMkLst>
            <pc:docMk/>
            <pc:sldMk cId="3812361746" sldId="286"/>
            <ac:picMk id="6" creationId="{00D6B657-5CE7-4031-A5CA-94FA9A21488C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4T23:43:16.866" v="675" actId="1076"/>
          <ac:picMkLst>
            <pc:docMk/>
            <pc:sldMk cId="3812361746" sldId="286"/>
            <ac:picMk id="7" creationId="{BBF7FAB1-9261-40F9-88B8-F6BCEF34254F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4T23:43:21.007" v="676" actId="1076"/>
          <ac:picMkLst>
            <pc:docMk/>
            <pc:sldMk cId="3812361746" sldId="286"/>
            <ac:picMk id="9" creationId="{853A7FD0-2347-413F-ACC9-F01391FC662D}"/>
          </ac:picMkLst>
        </pc:picChg>
      </pc:sldChg>
      <pc:sldChg chg="addSp modSp">
        <pc:chgData name="Elisha Shmalo" userId="S::elishashmalo@techforgoodinc.org::3ddcf734-d217-4e9c-a22b-4a1a63c94ccf" providerId="AD" clId="Web-{4BFD4D07-1D1F-F5C0-1570-DDBB704E1FD6}" dt="2021-06-25T00:00:18.756" v="939" actId="14100"/>
        <pc:sldMkLst>
          <pc:docMk/>
          <pc:sldMk cId="2448020029" sldId="287"/>
        </pc:sldMkLst>
        <pc:spChg chg="mod">
          <ac:chgData name="Elisha Shmalo" userId="S::elishashmalo@techforgoodinc.org::3ddcf734-d217-4e9c-a22b-4a1a63c94ccf" providerId="AD" clId="Web-{4BFD4D07-1D1F-F5C0-1570-DDBB704E1FD6}" dt="2021-06-24T23:00:23.722" v="629" actId="20577"/>
          <ac:spMkLst>
            <pc:docMk/>
            <pc:sldMk cId="2448020029" sldId="287"/>
            <ac:spMk id="5" creationId="{A918DA0E-007D-46E6-9504-008C6D33B357}"/>
          </ac:spMkLst>
        </pc:spChg>
        <pc:picChg chg="add mod">
          <ac:chgData name="Elisha Shmalo" userId="S::elishashmalo@techforgoodinc.org::3ddcf734-d217-4e9c-a22b-4a1a63c94ccf" providerId="AD" clId="Web-{4BFD4D07-1D1F-F5C0-1570-DDBB704E1FD6}" dt="2021-06-24T23:58:53.706" v="927" actId="14100"/>
          <ac:picMkLst>
            <pc:docMk/>
            <pc:sldMk cId="2448020029" sldId="287"/>
            <ac:picMk id="2" creationId="{C7E80ED4-5F10-4CEC-A73C-C09E8E4C9AB4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5T00:00:18.756" v="939" actId="14100"/>
          <ac:picMkLst>
            <pc:docMk/>
            <pc:sldMk cId="2448020029" sldId="287"/>
            <ac:picMk id="3" creationId="{CA77B543-E08B-4CFC-9B98-366927AA1300}"/>
          </ac:picMkLst>
        </pc:picChg>
      </pc:sldChg>
      <pc:sldChg chg="addSp delSp modSp">
        <pc:chgData name="Elisha Shmalo" userId="S::elishashmalo@techforgoodinc.org::3ddcf734-d217-4e9c-a22b-4a1a63c94ccf" providerId="AD" clId="Web-{4BFD4D07-1D1F-F5C0-1570-DDBB704E1FD6}" dt="2021-06-25T00:07:56.569" v="1023" actId="1076"/>
        <pc:sldMkLst>
          <pc:docMk/>
          <pc:sldMk cId="1247503693" sldId="288"/>
        </pc:sldMkLst>
        <pc:spChg chg="mod">
          <ac:chgData name="Elisha Shmalo" userId="S::elishashmalo@techforgoodinc.org::3ddcf734-d217-4e9c-a22b-4a1a63c94ccf" providerId="AD" clId="Web-{4BFD4D07-1D1F-F5C0-1570-DDBB704E1FD6}" dt="2021-06-25T00:06:15.191" v="1016" actId="1076"/>
          <ac:spMkLst>
            <pc:docMk/>
            <pc:sldMk cId="1247503693" sldId="288"/>
            <ac:spMk id="4" creationId="{DBC3FF36-AD6A-469A-9890-E604D89A178C}"/>
          </ac:spMkLst>
        </pc:spChg>
        <pc:spChg chg="mod">
          <ac:chgData name="Elisha Shmalo" userId="S::elishashmalo@techforgoodinc.org::3ddcf734-d217-4e9c-a22b-4a1a63c94ccf" providerId="AD" clId="Web-{4BFD4D07-1D1F-F5C0-1570-DDBB704E1FD6}" dt="2021-06-25T00:06:23.660" v="1017" actId="1076"/>
          <ac:spMkLst>
            <pc:docMk/>
            <pc:sldMk cId="1247503693" sldId="288"/>
            <ac:spMk id="5" creationId="{A918DA0E-007D-46E6-9504-008C6D33B357}"/>
          </ac:spMkLst>
        </pc:spChg>
        <pc:spChg chg="add del mod">
          <ac:chgData name="Elisha Shmalo" userId="S::elishashmalo@techforgoodinc.org::3ddcf734-d217-4e9c-a22b-4a1a63c94ccf" providerId="AD" clId="Web-{4BFD4D07-1D1F-F5C0-1570-DDBB704E1FD6}" dt="2021-06-25T00:05:59.519" v="1007"/>
          <ac:spMkLst>
            <pc:docMk/>
            <pc:sldMk cId="1247503693" sldId="288"/>
            <ac:spMk id="6" creationId="{51A4F2E7-A4FE-4858-B399-590F383741A7}"/>
          </ac:spMkLst>
        </pc:spChg>
        <pc:picChg chg="add mod">
          <ac:chgData name="Elisha Shmalo" userId="S::elishashmalo@techforgoodinc.org::3ddcf734-d217-4e9c-a22b-4a1a63c94ccf" providerId="AD" clId="Web-{4BFD4D07-1D1F-F5C0-1570-DDBB704E1FD6}" dt="2021-06-25T00:01:40.539" v="945" actId="1076"/>
          <ac:picMkLst>
            <pc:docMk/>
            <pc:sldMk cId="1247503693" sldId="288"/>
            <ac:picMk id="2" creationId="{F144B50E-1E0F-468A-87E3-5B58F19F1882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5T00:04:29.672" v="950" actId="1076"/>
          <ac:picMkLst>
            <pc:docMk/>
            <pc:sldMk cId="1247503693" sldId="288"/>
            <ac:picMk id="3" creationId="{B2F4C15B-13E7-4336-A8F7-8279BECEEB05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5T00:07:56.569" v="1023" actId="1076"/>
          <ac:picMkLst>
            <pc:docMk/>
            <pc:sldMk cId="1247503693" sldId="288"/>
            <ac:picMk id="7" creationId="{1C87A831-1240-467A-968C-D0C836D6BF5F}"/>
          </ac:picMkLst>
        </pc:picChg>
      </pc:sldChg>
      <pc:sldChg chg="addSp modSp">
        <pc:chgData name="Elisha Shmalo" userId="S::elishashmalo@techforgoodinc.org::3ddcf734-d217-4e9c-a22b-4a1a63c94ccf" providerId="AD" clId="Web-{4BFD4D07-1D1F-F5C0-1570-DDBB704E1FD6}" dt="2021-06-25T00:11:29.075" v="1035" actId="1076"/>
        <pc:sldMkLst>
          <pc:docMk/>
          <pc:sldMk cId="446955226" sldId="289"/>
        </pc:sldMkLst>
        <pc:spChg chg="mod">
          <ac:chgData name="Elisha Shmalo" userId="S::elishashmalo@techforgoodinc.org::3ddcf734-d217-4e9c-a22b-4a1a63c94ccf" providerId="AD" clId="Web-{4BFD4D07-1D1F-F5C0-1570-DDBB704E1FD6}" dt="2021-06-24T22:51:48.194" v="328" actId="20577"/>
          <ac:spMkLst>
            <pc:docMk/>
            <pc:sldMk cId="446955226" sldId="289"/>
            <ac:spMk id="5" creationId="{A918DA0E-007D-46E6-9504-008C6D33B357}"/>
          </ac:spMkLst>
        </pc:spChg>
        <pc:picChg chg="add mod">
          <ac:chgData name="Elisha Shmalo" userId="S::elishashmalo@techforgoodinc.org::3ddcf734-d217-4e9c-a22b-4a1a63c94ccf" providerId="AD" clId="Web-{4BFD4D07-1D1F-F5C0-1570-DDBB704E1FD6}" dt="2021-06-25T00:09:39.181" v="1029" actId="14100"/>
          <ac:picMkLst>
            <pc:docMk/>
            <pc:sldMk cId="446955226" sldId="289"/>
            <ac:picMk id="2" creationId="{63ED55AD-E627-4470-8F91-DBFC944172F8}"/>
          </ac:picMkLst>
        </pc:picChg>
        <pc:picChg chg="add mod">
          <ac:chgData name="Elisha Shmalo" userId="S::elishashmalo@techforgoodinc.org::3ddcf734-d217-4e9c-a22b-4a1a63c94ccf" providerId="AD" clId="Web-{4BFD4D07-1D1F-F5C0-1570-DDBB704E1FD6}" dt="2021-06-25T00:11:29.075" v="1035" actId="1076"/>
          <ac:picMkLst>
            <pc:docMk/>
            <pc:sldMk cId="446955226" sldId="289"/>
            <ac:picMk id="3" creationId="{59BAC9A5-9696-4207-9708-FB34412FBAAA}"/>
          </ac:picMkLst>
        </pc:picChg>
      </pc:sldChg>
      <pc:sldChg chg="addSp modSp">
        <pc:chgData name="Elisha Shmalo" userId="S::elishashmalo@techforgoodinc.org::3ddcf734-d217-4e9c-a22b-4a1a63c94ccf" providerId="AD" clId="Web-{4BFD4D07-1D1F-F5C0-1570-DDBB704E1FD6}" dt="2021-06-25T00:12:34.046" v="1039" actId="1076"/>
        <pc:sldMkLst>
          <pc:docMk/>
          <pc:sldMk cId="2329554882" sldId="290"/>
        </pc:sldMkLst>
        <pc:picChg chg="add mod">
          <ac:chgData name="Elisha Shmalo" userId="S::elishashmalo@techforgoodinc.org::3ddcf734-d217-4e9c-a22b-4a1a63c94ccf" providerId="AD" clId="Web-{4BFD4D07-1D1F-F5C0-1570-DDBB704E1FD6}" dt="2021-06-25T00:12:34.046" v="1039" actId="1076"/>
          <ac:picMkLst>
            <pc:docMk/>
            <pc:sldMk cId="2329554882" sldId="290"/>
            <ac:picMk id="2" creationId="{A3536004-7EBE-433C-AE41-2A93805B0283}"/>
          </ac:picMkLst>
        </pc:picChg>
      </pc:sldChg>
    </pc:docChg>
  </pc:docChgLst>
  <pc:docChgLst>
    <pc:chgData name="Shafin Haque" userId="S::shafinhaque@techforgoodinc.org::97638443-9f88-4dd7-a32b-b648d83611fc" providerId="AD" clId="Web-{F2C12234-A2F7-9D18-8ECA-EBDF72FD1470}"/>
    <pc:docChg chg="modSld">
      <pc:chgData name="Shafin Haque" userId="S::shafinhaque@techforgoodinc.org::97638443-9f88-4dd7-a32b-b648d83611fc" providerId="AD" clId="Web-{F2C12234-A2F7-9D18-8ECA-EBDF72FD1470}" dt="2021-06-24T23:17:05.598" v="48" actId="20577"/>
      <pc:docMkLst>
        <pc:docMk/>
      </pc:docMkLst>
      <pc:sldChg chg="modSp">
        <pc:chgData name="Shafin Haque" userId="S::shafinhaque@techforgoodinc.org::97638443-9f88-4dd7-a32b-b648d83611fc" providerId="AD" clId="Web-{F2C12234-A2F7-9D18-8ECA-EBDF72FD1470}" dt="2021-06-24T23:17:05.598" v="48" actId="20577"/>
        <pc:sldMkLst>
          <pc:docMk/>
          <pc:sldMk cId="3812361746" sldId="286"/>
        </pc:sldMkLst>
        <pc:spChg chg="mod">
          <ac:chgData name="Shafin Haque" userId="S::shafinhaque@techforgoodinc.org::97638443-9f88-4dd7-a32b-b648d83611fc" providerId="AD" clId="Web-{F2C12234-A2F7-9D18-8ECA-EBDF72FD1470}" dt="2021-06-24T23:17:05.598" v="48" actId="20577"/>
          <ac:spMkLst>
            <pc:docMk/>
            <pc:sldMk cId="3812361746" sldId="286"/>
            <ac:spMk id="5" creationId="{A918DA0E-007D-46E6-9504-008C6D33B357}"/>
          </ac:spMkLst>
        </pc:spChg>
      </pc:sldChg>
      <pc:sldChg chg="modSp">
        <pc:chgData name="Shafin Haque" userId="S::shafinhaque@techforgoodinc.org::97638443-9f88-4dd7-a32b-b648d83611fc" providerId="AD" clId="Web-{F2C12234-A2F7-9D18-8ECA-EBDF72FD1470}" dt="2021-06-24T23:15:22.420" v="11" actId="20577"/>
        <pc:sldMkLst>
          <pc:docMk/>
          <pc:sldMk cId="2448020029" sldId="287"/>
        </pc:sldMkLst>
        <pc:spChg chg="mod">
          <ac:chgData name="Shafin Haque" userId="S::shafinhaque@techforgoodinc.org::97638443-9f88-4dd7-a32b-b648d83611fc" providerId="AD" clId="Web-{F2C12234-A2F7-9D18-8ECA-EBDF72FD1470}" dt="2021-06-24T23:15:22.420" v="11" actId="20577"/>
          <ac:spMkLst>
            <pc:docMk/>
            <pc:sldMk cId="2448020029" sldId="287"/>
            <ac:spMk id="5" creationId="{A918DA0E-007D-46E6-9504-008C6D33B357}"/>
          </ac:spMkLst>
        </pc:spChg>
      </pc:sldChg>
    </pc:docChg>
  </pc:docChgLst>
  <pc:docChgLst>
    <pc:chgData name="Shane Casiano" userId="S::shanecasiano@techforgoodinc.org::4d6674cc-70ed-4b0e-b1f1-5473386097cb" providerId="AD" clId="Web-{171800BA-7631-8437-714E-2C994457BD7E}"/>
    <pc:docChg chg="modSld">
      <pc:chgData name="Shane Casiano" userId="S::shanecasiano@techforgoodinc.org::4d6674cc-70ed-4b0e-b1f1-5473386097cb" providerId="AD" clId="Web-{171800BA-7631-8437-714E-2C994457BD7E}" dt="2021-06-25T00:13:14.869" v="226" actId="1076"/>
      <pc:docMkLst>
        <pc:docMk/>
      </pc:docMkLst>
      <pc:sldChg chg="modSp">
        <pc:chgData name="Shane Casiano" userId="S::shanecasiano@techforgoodinc.org::4d6674cc-70ed-4b0e-b1f1-5473386097cb" providerId="AD" clId="Web-{171800BA-7631-8437-714E-2C994457BD7E}" dt="2021-06-24T23:55:21.259" v="195" actId="1076"/>
        <pc:sldMkLst>
          <pc:docMk/>
          <pc:sldMk cId="3674268205" sldId="284"/>
        </pc:sldMkLst>
        <pc:picChg chg="mod">
          <ac:chgData name="Shane Casiano" userId="S::shanecasiano@techforgoodinc.org::4d6674cc-70ed-4b0e-b1f1-5473386097cb" providerId="AD" clId="Web-{171800BA-7631-8437-714E-2C994457BD7E}" dt="2021-06-24T23:55:21.259" v="195" actId="1076"/>
          <ac:picMkLst>
            <pc:docMk/>
            <pc:sldMk cId="3674268205" sldId="284"/>
            <ac:picMk id="2" creationId="{4EAD5867-9BDE-4623-9A9A-FFA8C7202A2D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4T23:55:17.618" v="194" actId="1076"/>
          <ac:picMkLst>
            <pc:docMk/>
            <pc:sldMk cId="3674268205" sldId="284"/>
            <ac:picMk id="3" creationId="{AD6387B8-40D2-4971-916B-C5C3DF5F93AD}"/>
          </ac:picMkLst>
        </pc:picChg>
      </pc:sldChg>
      <pc:sldChg chg="modSp">
        <pc:chgData name="Shane Casiano" userId="S::shanecasiano@techforgoodinc.org::4d6674cc-70ed-4b0e-b1f1-5473386097cb" providerId="AD" clId="Web-{171800BA-7631-8437-714E-2C994457BD7E}" dt="2021-06-24T23:57:04.527" v="203" actId="20577"/>
        <pc:sldMkLst>
          <pc:docMk/>
          <pc:sldMk cId="3362748067" sldId="285"/>
        </pc:sldMkLst>
        <pc:spChg chg="mod">
          <ac:chgData name="Shane Casiano" userId="S::shanecasiano@techforgoodinc.org::4d6674cc-70ed-4b0e-b1f1-5473386097cb" providerId="AD" clId="Web-{171800BA-7631-8437-714E-2C994457BD7E}" dt="2021-06-24T23:57:04.527" v="203" actId="20577"/>
          <ac:spMkLst>
            <pc:docMk/>
            <pc:sldMk cId="3362748067" sldId="285"/>
            <ac:spMk id="5" creationId="{A918DA0E-007D-46E6-9504-008C6D33B357}"/>
          </ac:spMkLst>
        </pc:spChg>
        <pc:picChg chg="mod">
          <ac:chgData name="Shane Casiano" userId="S::shanecasiano@techforgoodinc.org::4d6674cc-70ed-4b0e-b1f1-5473386097cb" providerId="AD" clId="Web-{171800BA-7631-8437-714E-2C994457BD7E}" dt="2021-06-24T23:50:39.547" v="145" actId="1076"/>
          <ac:picMkLst>
            <pc:docMk/>
            <pc:sldMk cId="3362748067" sldId="285"/>
            <ac:picMk id="2" creationId="{B730526A-6D31-489F-ACE2-F100E1095276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4T23:50:37.266" v="144" actId="1076"/>
          <ac:picMkLst>
            <pc:docMk/>
            <pc:sldMk cId="3362748067" sldId="285"/>
            <ac:picMk id="3" creationId="{0BFDD9B1-81DC-4834-86AB-2DF52FE8D7E9}"/>
          </ac:picMkLst>
        </pc:picChg>
      </pc:sldChg>
      <pc:sldChg chg="addSp delSp modSp">
        <pc:chgData name="Shane Casiano" userId="S::shanecasiano@techforgoodinc.org::4d6674cc-70ed-4b0e-b1f1-5473386097cb" providerId="AD" clId="Web-{171800BA-7631-8437-714E-2C994457BD7E}" dt="2021-06-24T23:52:03.768" v="162" actId="1076"/>
        <pc:sldMkLst>
          <pc:docMk/>
          <pc:sldMk cId="3812361746" sldId="286"/>
        </pc:sldMkLst>
        <pc:picChg chg="del">
          <ac:chgData name="Shane Casiano" userId="S::shanecasiano@techforgoodinc.org::4d6674cc-70ed-4b0e-b1f1-5473386097cb" providerId="AD" clId="Web-{171800BA-7631-8437-714E-2C994457BD7E}" dt="2021-06-24T23:42:14.375" v="24"/>
          <ac:picMkLst>
            <pc:docMk/>
            <pc:sldMk cId="3812361746" sldId="286"/>
            <ac:picMk id="2" creationId="{19B52BFC-5BA8-405E-A1D7-D2C6E33E92C5}"/>
          </ac:picMkLst>
        </pc:picChg>
        <pc:picChg chg="del">
          <ac:chgData name="Shane Casiano" userId="S::shanecasiano@techforgoodinc.org::4d6674cc-70ed-4b0e-b1f1-5473386097cb" providerId="AD" clId="Web-{171800BA-7631-8437-714E-2C994457BD7E}" dt="2021-06-24T23:43:01.096" v="34"/>
          <ac:picMkLst>
            <pc:docMk/>
            <pc:sldMk cId="3812361746" sldId="286"/>
            <ac:picMk id="3" creationId="{ADC8984B-5573-492C-BC38-EAC24682D2A3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4T23:48:50.903" v="127" actId="1076"/>
          <ac:picMkLst>
            <pc:docMk/>
            <pc:sldMk cId="3812361746" sldId="286"/>
            <ac:picMk id="7" creationId="{BBF7FAB1-9261-40F9-88B8-F6BCEF34254F}"/>
          </ac:picMkLst>
        </pc:picChg>
        <pc:picChg chg="add del mod">
          <ac:chgData name="Shane Casiano" userId="S::shanecasiano@techforgoodinc.org::4d6674cc-70ed-4b0e-b1f1-5473386097cb" providerId="AD" clId="Web-{171800BA-7631-8437-714E-2C994457BD7E}" dt="2021-06-24T23:40:52.545" v="2"/>
          <ac:picMkLst>
            <pc:docMk/>
            <pc:sldMk cId="3812361746" sldId="286"/>
            <ac:picMk id="7" creationId="{CDF7CD9E-4C23-4599-B765-DF51B3D79CEE}"/>
          </ac:picMkLst>
        </pc:picChg>
        <pc:picChg chg="add mod">
          <ac:chgData name="Shane Casiano" userId="S::shanecasiano@techforgoodinc.org::4d6674cc-70ed-4b0e-b1f1-5473386097cb" providerId="AD" clId="Web-{171800BA-7631-8437-714E-2C994457BD7E}" dt="2021-06-24T23:52:03.690" v="160" actId="1076"/>
          <ac:picMkLst>
            <pc:docMk/>
            <pc:sldMk cId="3812361746" sldId="286"/>
            <ac:picMk id="8" creationId="{E1A67243-DD85-44CE-BDF1-240CE1A27FA2}"/>
          </ac:picMkLst>
        </pc:picChg>
        <pc:picChg chg="mod modCrop">
          <ac:chgData name="Shane Casiano" userId="S::shanecasiano@techforgoodinc.org::4d6674cc-70ed-4b0e-b1f1-5473386097cb" providerId="AD" clId="Web-{171800BA-7631-8437-714E-2C994457BD7E}" dt="2021-06-24T23:52:03.737" v="161" actId="1076"/>
          <ac:picMkLst>
            <pc:docMk/>
            <pc:sldMk cId="3812361746" sldId="286"/>
            <ac:picMk id="9" creationId="{853A7FD0-2347-413F-ACC9-F01391FC662D}"/>
          </ac:picMkLst>
        </pc:picChg>
        <pc:picChg chg="add mod">
          <ac:chgData name="Shane Casiano" userId="S::shanecasiano@techforgoodinc.org::4d6674cc-70ed-4b0e-b1f1-5473386097cb" providerId="AD" clId="Web-{171800BA-7631-8437-714E-2C994457BD7E}" dt="2021-06-24T23:52:03.768" v="162" actId="1076"/>
          <ac:picMkLst>
            <pc:docMk/>
            <pc:sldMk cId="3812361746" sldId="286"/>
            <ac:picMk id="10" creationId="{189539BD-B15F-4D3B-B60D-859F796E9222}"/>
          </ac:picMkLst>
        </pc:picChg>
        <pc:picChg chg="add del mod">
          <ac:chgData name="Shane Casiano" userId="S::shanecasiano@techforgoodinc.org::4d6674cc-70ed-4b0e-b1f1-5473386097cb" providerId="AD" clId="Web-{171800BA-7631-8437-714E-2C994457BD7E}" dt="2021-06-24T23:44:28.504" v="52"/>
          <ac:picMkLst>
            <pc:docMk/>
            <pc:sldMk cId="3812361746" sldId="286"/>
            <ac:picMk id="11" creationId="{5B61A5F3-8F1A-4DBC-81C7-9D7EE5869E4C}"/>
          </ac:picMkLst>
        </pc:picChg>
        <pc:picChg chg="add del mod modCrop">
          <ac:chgData name="Shane Casiano" userId="S::shanecasiano@techforgoodinc.org::4d6674cc-70ed-4b0e-b1f1-5473386097cb" providerId="AD" clId="Web-{171800BA-7631-8437-714E-2C994457BD7E}" dt="2021-06-24T23:48:25.371" v="114"/>
          <ac:picMkLst>
            <pc:docMk/>
            <pc:sldMk cId="3812361746" sldId="286"/>
            <ac:picMk id="12" creationId="{31A2A963-F780-4310-A674-D99D5204F01C}"/>
          </ac:picMkLst>
        </pc:picChg>
      </pc:sldChg>
      <pc:sldChg chg="modSp">
        <pc:chgData name="Shane Casiano" userId="S::shanecasiano@techforgoodinc.org::4d6674cc-70ed-4b0e-b1f1-5473386097cb" providerId="AD" clId="Web-{171800BA-7631-8437-714E-2C994457BD7E}" dt="2021-06-25T00:01:14.426" v="207" actId="1076"/>
        <pc:sldMkLst>
          <pc:docMk/>
          <pc:sldMk cId="2448020029" sldId="287"/>
        </pc:sldMkLst>
        <pc:picChg chg="mod">
          <ac:chgData name="Shane Casiano" userId="S::shanecasiano@techforgoodinc.org::4d6674cc-70ed-4b0e-b1f1-5473386097cb" providerId="AD" clId="Web-{171800BA-7631-8437-714E-2C994457BD7E}" dt="2021-06-25T00:01:14.426" v="207" actId="1076"/>
          <ac:picMkLst>
            <pc:docMk/>
            <pc:sldMk cId="2448020029" sldId="287"/>
            <ac:picMk id="2" creationId="{C7E80ED4-5F10-4CEC-A73C-C09E8E4C9AB4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5T00:01:12.035" v="206" actId="688"/>
          <ac:picMkLst>
            <pc:docMk/>
            <pc:sldMk cId="2448020029" sldId="287"/>
            <ac:picMk id="3" creationId="{CA77B543-E08B-4CFC-9B98-366927AA1300}"/>
          </ac:picMkLst>
        </pc:picChg>
      </pc:sldChg>
      <pc:sldChg chg="modSp">
        <pc:chgData name="Shane Casiano" userId="S::shanecasiano@techforgoodinc.org::4d6674cc-70ed-4b0e-b1f1-5473386097cb" providerId="AD" clId="Web-{171800BA-7631-8437-714E-2C994457BD7E}" dt="2021-06-25T00:11:42.382" v="219" actId="1076"/>
        <pc:sldMkLst>
          <pc:docMk/>
          <pc:sldMk cId="1247503693" sldId="288"/>
        </pc:sldMkLst>
        <pc:picChg chg="mod modCrop">
          <ac:chgData name="Shane Casiano" userId="S::shanecasiano@techforgoodinc.org::4d6674cc-70ed-4b0e-b1f1-5473386097cb" providerId="AD" clId="Web-{171800BA-7631-8437-714E-2C994457BD7E}" dt="2021-06-25T00:11:28.257" v="214"/>
          <ac:picMkLst>
            <pc:docMk/>
            <pc:sldMk cId="1247503693" sldId="288"/>
            <ac:picMk id="2" creationId="{F144B50E-1E0F-468A-87E3-5B58F19F1882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5T00:11:36.960" v="216" actId="1076"/>
          <ac:picMkLst>
            <pc:docMk/>
            <pc:sldMk cId="1247503693" sldId="288"/>
            <ac:picMk id="3" creationId="{B2F4C15B-13E7-4336-A8F7-8279BECEEB05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5T00:11:42.382" v="219" actId="1076"/>
          <ac:picMkLst>
            <pc:docMk/>
            <pc:sldMk cId="1247503693" sldId="288"/>
            <ac:picMk id="7" creationId="{1C87A831-1240-467A-968C-D0C836D6BF5F}"/>
          </ac:picMkLst>
        </pc:picChg>
      </pc:sldChg>
      <pc:sldChg chg="modSp">
        <pc:chgData name="Shane Casiano" userId="S::shanecasiano@techforgoodinc.org::4d6674cc-70ed-4b0e-b1f1-5473386097cb" providerId="AD" clId="Web-{171800BA-7631-8437-714E-2C994457BD7E}" dt="2021-06-25T00:13:14.869" v="226" actId="1076"/>
        <pc:sldMkLst>
          <pc:docMk/>
          <pc:sldMk cId="446955226" sldId="289"/>
        </pc:sldMkLst>
        <pc:picChg chg="mod">
          <ac:chgData name="Shane Casiano" userId="S::shanecasiano@techforgoodinc.org::4d6674cc-70ed-4b0e-b1f1-5473386097cb" providerId="AD" clId="Web-{171800BA-7631-8437-714E-2C994457BD7E}" dt="2021-06-25T00:13:13.744" v="225" actId="1076"/>
          <ac:picMkLst>
            <pc:docMk/>
            <pc:sldMk cId="446955226" sldId="289"/>
            <ac:picMk id="2" creationId="{63ED55AD-E627-4470-8F91-DBFC944172F8}"/>
          </ac:picMkLst>
        </pc:picChg>
        <pc:picChg chg="mod">
          <ac:chgData name="Shane Casiano" userId="S::shanecasiano@techforgoodinc.org::4d6674cc-70ed-4b0e-b1f1-5473386097cb" providerId="AD" clId="Web-{171800BA-7631-8437-714E-2C994457BD7E}" dt="2021-06-25T00:13:14.869" v="226" actId="1076"/>
          <ac:picMkLst>
            <pc:docMk/>
            <pc:sldMk cId="446955226" sldId="289"/>
            <ac:picMk id="3" creationId="{59BAC9A5-9696-4207-9708-FB34412FBAAA}"/>
          </ac:picMkLst>
        </pc:picChg>
      </pc:sldChg>
    </pc:docChg>
  </pc:docChgLst>
  <pc:docChgLst>
    <pc:chgData name="Shane Casiano" userId="S::shanecasiano@techforgoodinc.org::4d6674cc-70ed-4b0e-b1f1-5473386097cb" providerId="AD" clId="Web-{8FF5AFFC-853E-5BD0-3DE3-42B559CA100B}"/>
    <pc:docChg chg="addSld delSld modSld sldOrd">
      <pc:chgData name="Shane Casiano" userId="S::shanecasiano@techforgoodinc.org::4d6674cc-70ed-4b0e-b1f1-5473386097cb" providerId="AD" clId="Web-{8FF5AFFC-853E-5BD0-3DE3-42B559CA100B}" dt="2021-06-24T23:07:25.093" v="1476" actId="20577"/>
      <pc:docMkLst>
        <pc:docMk/>
      </pc:docMkLst>
      <pc:sldChg chg="addSp delSp modSp">
        <pc:chgData name="Shane Casiano" userId="S::shanecasiano@techforgoodinc.org::4d6674cc-70ed-4b0e-b1f1-5473386097cb" providerId="AD" clId="Web-{8FF5AFFC-853E-5BD0-3DE3-42B559CA100B}" dt="2021-06-24T23:07:25.093" v="1476" actId="20577"/>
        <pc:sldMkLst>
          <pc:docMk/>
          <pc:sldMk cId="109857222" sldId="256"/>
        </pc:sldMkLst>
        <pc:spChg chg="del mod">
          <ac:chgData name="Shane Casiano" userId="S::shanecasiano@techforgoodinc.org::4d6674cc-70ed-4b0e-b1f1-5473386097cb" providerId="AD" clId="Web-{8FF5AFFC-853E-5BD0-3DE3-42B559CA100B}" dt="2021-06-24T22:55:19.290" v="13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3:07:25.093" v="1476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Shane Casiano" userId="S::shanecasiano@techforgoodinc.org::4d6674cc-70ed-4b0e-b1f1-5473386097cb" providerId="AD" clId="Web-{8FF5AFFC-853E-5BD0-3DE3-42B559CA100B}" dt="2021-06-24T22:59:25.735" v="1430" actId="1076"/>
          <ac:spMkLst>
            <pc:docMk/>
            <pc:sldMk cId="109857222" sldId="256"/>
            <ac:spMk id="4" creationId="{7C8153C6-7201-4570-A1B4-89500E806F8C}"/>
          </ac:spMkLst>
        </pc:spChg>
        <pc:picChg chg="mod">
          <ac:chgData name="Shane Casiano" userId="S::shanecasiano@techforgoodinc.org::4d6674cc-70ed-4b0e-b1f1-5473386097cb" providerId="AD" clId="Web-{8FF5AFFC-853E-5BD0-3DE3-42B559CA100B}" dt="2021-06-24T22:59:11.375" v="1426" actId="1076"/>
          <ac:picMkLst>
            <pc:docMk/>
            <pc:sldMk cId="109857222" sldId="256"/>
            <ac:picMk id="16" creationId="{B988B8D2-87C9-485A-83CE-BA82FD1354C2}"/>
          </ac:picMkLst>
        </pc:picChg>
      </pc:sldChg>
      <pc:sldChg chg="modSp del">
        <pc:chgData name="Shane Casiano" userId="S::shanecasiano@techforgoodinc.org::4d6674cc-70ed-4b0e-b1f1-5473386097cb" providerId="AD" clId="Web-{8FF5AFFC-853E-5BD0-3DE3-42B559CA100B}" dt="2021-06-24T21:59:00.517" v="8"/>
        <pc:sldMkLst>
          <pc:docMk/>
          <pc:sldMk cId="2449550217" sldId="269"/>
        </pc:sldMkLst>
        <pc:spChg chg="mod">
          <ac:chgData name="Shane Casiano" userId="S::shanecasiano@techforgoodinc.org::4d6674cc-70ed-4b0e-b1f1-5473386097cb" providerId="AD" clId="Web-{8FF5AFFC-853E-5BD0-3DE3-42B559CA100B}" dt="2021-06-24T21:58:59.954" v="7" actId="20577"/>
          <ac:spMkLst>
            <pc:docMk/>
            <pc:sldMk cId="2449550217" sldId="269"/>
            <ac:spMk id="2" creationId="{25A1AE75-C5DF-42EE-A95F-EA9E8C50DD90}"/>
          </ac:spMkLst>
        </pc:spChg>
      </pc:sldChg>
      <pc:sldChg chg="del">
        <pc:chgData name="Shane Casiano" userId="S::shanecasiano@techforgoodinc.org::4d6674cc-70ed-4b0e-b1f1-5473386097cb" providerId="AD" clId="Web-{8FF5AFFC-853E-5BD0-3DE3-42B559CA100B}" dt="2021-06-24T21:58:52.188" v="3"/>
        <pc:sldMkLst>
          <pc:docMk/>
          <pc:sldMk cId="1820775668" sldId="271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4"/>
        <pc:sldMkLst>
          <pc:docMk/>
          <pc:sldMk cId="2710631114" sldId="272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6"/>
        <pc:sldMkLst>
          <pc:docMk/>
          <pc:sldMk cId="1097602346" sldId="273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5"/>
        <pc:sldMkLst>
          <pc:docMk/>
          <pc:sldMk cId="2180552109" sldId="274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2"/>
        <pc:sldMkLst>
          <pc:docMk/>
          <pc:sldMk cId="3678106850" sldId="275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1"/>
        <pc:sldMkLst>
          <pc:docMk/>
          <pc:sldMk cId="727611064" sldId="276"/>
        </pc:sldMkLst>
      </pc:sldChg>
      <pc:sldChg chg="del">
        <pc:chgData name="Shane Casiano" userId="S::shanecasiano@techforgoodinc.org::4d6674cc-70ed-4b0e-b1f1-5473386097cb" providerId="AD" clId="Web-{8FF5AFFC-853E-5BD0-3DE3-42B559CA100B}" dt="2021-06-24T21:58:52.188" v="0"/>
        <pc:sldMkLst>
          <pc:docMk/>
          <pc:sldMk cId="3911142443" sldId="277"/>
        </pc:sldMkLst>
      </pc:sldChg>
      <pc:sldChg chg="delSp del">
        <pc:chgData name="Shane Casiano" userId="S::shanecasiano@techforgoodinc.org::4d6674cc-70ed-4b0e-b1f1-5473386097cb" providerId="AD" clId="Web-{8FF5AFFC-853E-5BD0-3DE3-42B559CA100B}" dt="2021-06-24T23:02:18.318" v="1436"/>
        <pc:sldMkLst>
          <pc:docMk/>
          <pc:sldMk cId="300005839" sldId="278"/>
        </pc:sldMkLst>
        <pc:spChg chg="del">
          <ac:chgData name="Shane Casiano" userId="S::shanecasiano@techforgoodinc.org::4d6674cc-70ed-4b0e-b1f1-5473386097cb" providerId="AD" clId="Web-{8FF5AFFC-853E-5BD0-3DE3-42B559CA100B}" dt="2021-06-24T23:00:03.330" v="1432"/>
          <ac:spMkLst>
            <pc:docMk/>
            <pc:sldMk cId="300005839" sldId="278"/>
            <ac:spMk id="3" creationId="{0A148032-D51B-46E2-B029-A80216DB0795}"/>
          </ac:spMkLst>
        </pc:spChg>
      </pc:sldChg>
      <pc:sldChg chg="new del ord">
        <pc:chgData name="Shane Casiano" userId="S::shanecasiano@techforgoodinc.org::4d6674cc-70ed-4b0e-b1f1-5473386097cb" providerId="AD" clId="Web-{8FF5AFFC-853E-5BD0-3DE3-42B559CA100B}" dt="2021-06-24T21:59:17.970" v="11"/>
        <pc:sldMkLst>
          <pc:docMk/>
          <pc:sldMk cId="2195679388" sldId="279"/>
        </pc:sldMkLst>
      </pc:sldChg>
      <pc:sldChg chg="addSp delSp modSp add del ord replId">
        <pc:chgData name="Shane Casiano" userId="S::shanecasiano@techforgoodinc.org::4d6674cc-70ed-4b0e-b1f1-5473386097cb" providerId="AD" clId="Web-{8FF5AFFC-853E-5BD0-3DE3-42B559CA100B}" dt="2021-06-24T22:10:52.366" v="366"/>
        <pc:sldMkLst>
          <pc:docMk/>
          <pc:sldMk cId="3379055086" sldId="279"/>
        </pc:sldMkLst>
        <pc:spChg chg="del mod">
          <ac:chgData name="Shane Casiano" userId="S::shanecasiano@techforgoodinc.org::4d6674cc-70ed-4b0e-b1f1-5473386097cb" providerId="AD" clId="Web-{8FF5AFFC-853E-5BD0-3DE3-42B559CA100B}" dt="2021-06-24T21:59:26.439" v="16"/>
          <ac:spMkLst>
            <pc:docMk/>
            <pc:sldMk cId="3379055086" sldId="279"/>
            <ac:spMk id="2" creationId="{8DE54AE7-3D86-4EF5-9D36-D446B7C8E169}"/>
          </ac:spMkLst>
        </pc:spChg>
        <pc:spChg chg="del">
          <ac:chgData name="Shane Casiano" userId="S::shanecasiano@techforgoodinc.org::4d6674cc-70ed-4b0e-b1f1-5473386097cb" providerId="AD" clId="Web-{8FF5AFFC-853E-5BD0-3DE3-42B559CA100B}" dt="2021-06-24T21:59:22.580" v="14"/>
          <ac:spMkLst>
            <pc:docMk/>
            <pc:sldMk cId="3379055086" sldId="279"/>
            <ac:spMk id="3" creationId="{0A148032-D51B-46E2-B029-A80216DB0795}"/>
          </ac:spMkLst>
        </pc:spChg>
        <pc:spChg chg="add mod">
          <ac:chgData name="Shane Casiano" userId="S::shanecasiano@techforgoodinc.org::4d6674cc-70ed-4b0e-b1f1-5473386097cb" providerId="AD" clId="Web-{8FF5AFFC-853E-5BD0-3DE3-42B559CA100B}" dt="2021-06-24T22:10:28.287" v="356" actId="1076"/>
          <ac:spMkLst>
            <pc:docMk/>
            <pc:sldMk cId="3379055086" sldId="279"/>
            <ac:spMk id="4" creationId="{DBC3FF36-AD6A-469A-9890-E604D89A178C}"/>
          </ac:spMkLst>
        </pc:spChg>
        <pc:spChg chg="add mod">
          <ac:chgData name="Shane Casiano" userId="S::shanecasiano@techforgoodinc.org::4d6674cc-70ed-4b0e-b1f1-5473386097cb" providerId="AD" clId="Web-{8FF5AFFC-853E-5BD0-3DE3-42B559CA100B}" dt="2021-06-24T22:10:39.116" v="359" actId="20577"/>
          <ac:spMkLst>
            <pc:docMk/>
            <pc:sldMk cId="3379055086" sldId="279"/>
            <ac:spMk id="5" creationId="{A918DA0E-007D-46E6-9504-008C6D33B357}"/>
          </ac:spMkLst>
        </pc:spChg>
      </pc:sldChg>
      <pc:sldChg chg="modSp add del replId">
        <pc:chgData name="Shane Casiano" userId="S::shanecasiano@techforgoodinc.org::4d6674cc-70ed-4b0e-b1f1-5473386097cb" providerId="AD" clId="Web-{8FF5AFFC-853E-5BD0-3DE3-42B559CA100B}" dt="2021-06-24T22:06:19.702" v="193"/>
        <pc:sldMkLst>
          <pc:docMk/>
          <pc:sldMk cId="1556757937" sldId="280"/>
        </pc:sldMkLst>
        <pc:spChg chg="mod">
          <ac:chgData name="Shane Casiano" userId="S::shanecasiano@techforgoodinc.org::4d6674cc-70ed-4b0e-b1f1-5473386097cb" providerId="AD" clId="Web-{8FF5AFFC-853E-5BD0-3DE3-42B559CA100B}" dt="2021-06-24T22:00:14.909" v="29" actId="20577"/>
          <ac:spMkLst>
            <pc:docMk/>
            <pc:sldMk cId="1556757937" sldId="280"/>
            <ac:spMk id="4" creationId="{DBC3FF36-AD6A-469A-9890-E604D89A178C}"/>
          </ac:spMkLst>
        </pc:spChg>
      </pc:sldChg>
      <pc:sldChg chg="modSp add del replId">
        <pc:chgData name="Shane Casiano" userId="S::shanecasiano@techforgoodinc.org::4d6674cc-70ed-4b0e-b1f1-5473386097cb" providerId="AD" clId="Web-{8FF5AFFC-853E-5BD0-3DE3-42B559CA100B}" dt="2021-06-24T22:43:12.675" v="629"/>
        <pc:sldMkLst>
          <pc:docMk/>
          <pc:sldMk cId="771557541" sldId="281"/>
        </pc:sldMkLst>
        <pc:spChg chg="mod">
          <ac:chgData name="Shane Casiano" userId="S::shanecasiano@techforgoodinc.org::4d6674cc-70ed-4b0e-b1f1-5473386097cb" providerId="AD" clId="Web-{8FF5AFFC-853E-5BD0-3DE3-42B559CA100B}" dt="2021-06-24T22:00:25.769" v="33" actId="14100"/>
          <ac:spMkLst>
            <pc:docMk/>
            <pc:sldMk cId="771557541" sldId="281"/>
            <ac:spMk id="4" creationId="{DBC3FF36-AD6A-469A-9890-E604D89A178C}"/>
          </ac:spMkLst>
        </pc:spChg>
      </pc:sldChg>
      <pc:sldChg chg="modSp add del replId">
        <pc:chgData name="Shane Casiano" userId="S::shanecasiano@techforgoodinc.org::4d6674cc-70ed-4b0e-b1f1-5473386097cb" providerId="AD" clId="Web-{8FF5AFFC-853E-5BD0-3DE3-42B559CA100B}" dt="2021-06-24T22:42:30.080" v="625"/>
        <pc:sldMkLst>
          <pc:docMk/>
          <pc:sldMk cId="1726658974" sldId="282"/>
        </pc:sldMkLst>
        <pc:spChg chg="mod">
          <ac:chgData name="Shane Casiano" userId="S::shanecasiano@techforgoodinc.org::4d6674cc-70ed-4b0e-b1f1-5473386097cb" providerId="AD" clId="Web-{8FF5AFFC-853E-5BD0-3DE3-42B559CA100B}" dt="2021-06-24T22:00:41.488" v="42" actId="14100"/>
          <ac:spMkLst>
            <pc:docMk/>
            <pc:sldMk cId="1726658974" sldId="282"/>
            <ac:spMk id="4" creationId="{DBC3FF36-AD6A-469A-9890-E604D89A178C}"/>
          </ac:spMkLst>
        </pc:spChg>
      </pc:sldChg>
      <pc:sldChg chg="modSp add del replId">
        <pc:chgData name="Shane Casiano" userId="S::shanecasiano@techforgoodinc.org::4d6674cc-70ed-4b0e-b1f1-5473386097cb" providerId="AD" clId="Web-{8FF5AFFC-853E-5BD0-3DE3-42B559CA100B}" dt="2021-06-24T22:42:31.361" v="626"/>
        <pc:sldMkLst>
          <pc:docMk/>
          <pc:sldMk cId="457933003" sldId="283"/>
        </pc:sldMkLst>
        <pc:spChg chg="mod">
          <ac:chgData name="Shane Casiano" userId="S::shanecasiano@techforgoodinc.org::4d6674cc-70ed-4b0e-b1f1-5473386097cb" providerId="AD" clId="Web-{8FF5AFFC-853E-5BD0-3DE3-42B559CA100B}" dt="2021-06-24T22:01:01.598" v="50" actId="20577"/>
          <ac:spMkLst>
            <pc:docMk/>
            <pc:sldMk cId="457933003" sldId="283"/>
            <ac:spMk id="4" creationId="{DBC3FF36-AD6A-469A-9890-E604D89A178C}"/>
          </ac:spMkLst>
        </pc:spChg>
      </pc:sldChg>
      <pc:sldChg chg="modSp add replId">
        <pc:chgData name="Shane Casiano" userId="S::shanecasiano@techforgoodinc.org::4d6674cc-70ed-4b0e-b1f1-5473386097cb" providerId="AD" clId="Web-{8FF5AFFC-853E-5BD0-3DE3-42B559CA100B}" dt="2021-06-24T22:10:59.616" v="367" actId="1076"/>
        <pc:sldMkLst>
          <pc:docMk/>
          <pc:sldMk cId="3674268205" sldId="284"/>
        </pc:sldMkLst>
        <pc:spChg chg="mod">
          <ac:chgData name="Shane Casiano" userId="S::shanecasiano@techforgoodinc.org::4d6674cc-70ed-4b0e-b1f1-5473386097cb" providerId="AD" clId="Web-{8FF5AFFC-853E-5BD0-3DE3-42B559CA100B}" dt="2021-06-24T22:10:50.507" v="365" actId="20577"/>
          <ac:spMkLst>
            <pc:docMk/>
            <pc:sldMk cId="3674268205" sldId="284"/>
            <ac:spMk id="4" creationId="{DBC3FF36-AD6A-469A-9890-E604D89A178C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2:10:59.616" v="367" actId="1076"/>
          <ac:spMkLst>
            <pc:docMk/>
            <pc:sldMk cId="3674268205" sldId="284"/>
            <ac:spMk id="5" creationId="{A918DA0E-007D-46E6-9504-008C6D33B357}"/>
          </ac:spMkLst>
        </pc:spChg>
      </pc:sldChg>
      <pc:sldChg chg="add replId">
        <pc:chgData name="Shane Casiano" userId="S::shanecasiano@techforgoodinc.org::4d6674cc-70ed-4b0e-b1f1-5473386097cb" providerId="AD" clId="Web-{8FF5AFFC-853E-5BD0-3DE3-42B559CA100B}" dt="2021-06-24T22:10:34.319" v="357"/>
        <pc:sldMkLst>
          <pc:docMk/>
          <pc:sldMk cId="3362748067" sldId="285"/>
        </pc:sldMkLst>
      </pc:sldChg>
      <pc:sldChg chg="modSp add replId">
        <pc:chgData name="Shane Casiano" userId="S::shanecasiano@techforgoodinc.org::4d6674cc-70ed-4b0e-b1f1-5473386097cb" providerId="AD" clId="Web-{8FF5AFFC-853E-5BD0-3DE3-42B559CA100B}" dt="2021-06-24T22:55:08.368" v="1300" actId="1076"/>
        <pc:sldMkLst>
          <pc:docMk/>
          <pc:sldMk cId="3812361746" sldId="286"/>
        </pc:sldMkLst>
        <pc:spChg chg="mod">
          <ac:chgData name="Shane Casiano" userId="S::shanecasiano@techforgoodinc.org::4d6674cc-70ed-4b0e-b1f1-5473386097cb" providerId="AD" clId="Web-{8FF5AFFC-853E-5BD0-3DE3-42B559CA100B}" dt="2021-06-24T22:11:17.148" v="374" actId="14100"/>
          <ac:spMkLst>
            <pc:docMk/>
            <pc:sldMk cId="3812361746" sldId="286"/>
            <ac:spMk id="4" creationId="{DBC3FF36-AD6A-469A-9890-E604D89A178C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2:55:08.368" v="1300" actId="1076"/>
          <ac:spMkLst>
            <pc:docMk/>
            <pc:sldMk cId="3812361746" sldId="286"/>
            <ac:spMk id="5" creationId="{A918DA0E-007D-46E6-9504-008C6D33B357}"/>
          </ac:spMkLst>
        </pc:spChg>
      </pc:sldChg>
      <pc:sldChg chg="modSp add replId">
        <pc:chgData name="Shane Casiano" userId="S::shanecasiano@techforgoodinc.org::4d6674cc-70ed-4b0e-b1f1-5473386097cb" providerId="AD" clId="Web-{8FF5AFFC-853E-5BD0-3DE3-42B559CA100B}" dt="2021-06-24T23:02:53.851" v="1464" actId="1076"/>
        <pc:sldMkLst>
          <pc:docMk/>
          <pc:sldMk cId="2448020029" sldId="287"/>
        </pc:sldMkLst>
        <pc:spChg chg="mod">
          <ac:chgData name="Shane Casiano" userId="S::shanecasiano@techforgoodinc.org::4d6674cc-70ed-4b0e-b1f1-5473386097cb" providerId="AD" clId="Web-{8FF5AFFC-853E-5BD0-3DE3-42B559CA100B}" dt="2021-06-24T22:42:14.032" v="620" actId="20577"/>
          <ac:spMkLst>
            <pc:docMk/>
            <pc:sldMk cId="2448020029" sldId="287"/>
            <ac:spMk id="4" creationId="{DBC3FF36-AD6A-469A-9890-E604D89A178C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3:02:53.851" v="1464" actId="1076"/>
          <ac:spMkLst>
            <pc:docMk/>
            <pc:sldMk cId="2448020029" sldId="287"/>
            <ac:spMk id="5" creationId="{A918DA0E-007D-46E6-9504-008C6D33B357}"/>
          </ac:spMkLst>
        </pc:spChg>
      </pc:sldChg>
      <pc:sldChg chg="modSp add replId">
        <pc:chgData name="Shane Casiano" userId="S::shanecasiano@techforgoodinc.org::4d6674cc-70ed-4b0e-b1f1-5473386097cb" providerId="AD" clId="Web-{8FF5AFFC-853E-5BD0-3DE3-42B559CA100B}" dt="2021-06-24T22:47:47.917" v="1019" actId="1076"/>
        <pc:sldMkLst>
          <pc:docMk/>
          <pc:sldMk cId="1247503693" sldId="288"/>
        </pc:sldMkLst>
        <pc:spChg chg="mod">
          <ac:chgData name="Shane Casiano" userId="S::shanecasiano@techforgoodinc.org::4d6674cc-70ed-4b0e-b1f1-5473386097cb" providerId="AD" clId="Web-{8FF5AFFC-853E-5BD0-3DE3-42B559CA100B}" dt="2021-06-24T22:42:18.954" v="623" actId="20577"/>
          <ac:spMkLst>
            <pc:docMk/>
            <pc:sldMk cId="1247503693" sldId="288"/>
            <ac:spMk id="4" creationId="{DBC3FF36-AD6A-469A-9890-E604D89A178C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2:47:47.917" v="1019" actId="1076"/>
          <ac:spMkLst>
            <pc:docMk/>
            <pc:sldMk cId="1247503693" sldId="288"/>
            <ac:spMk id="5" creationId="{A918DA0E-007D-46E6-9504-008C6D33B357}"/>
          </ac:spMkLst>
        </pc:spChg>
      </pc:sldChg>
      <pc:sldChg chg="modSp add replId">
        <pc:chgData name="Shane Casiano" userId="S::shanecasiano@techforgoodinc.org::4d6674cc-70ed-4b0e-b1f1-5473386097cb" providerId="AD" clId="Web-{8FF5AFFC-853E-5BD0-3DE3-42B559CA100B}" dt="2021-06-24T22:55:08.321" v="1299" actId="1076"/>
        <pc:sldMkLst>
          <pc:docMk/>
          <pc:sldMk cId="446955226" sldId="289"/>
        </pc:sldMkLst>
        <pc:spChg chg="mod">
          <ac:chgData name="Shane Casiano" userId="S::shanecasiano@techforgoodinc.org::4d6674cc-70ed-4b0e-b1f1-5473386097cb" providerId="AD" clId="Web-{8FF5AFFC-853E-5BD0-3DE3-42B559CA100B}" dt="2021-06-24T22:42:23.423" v="624" actId="20577"/>
          <ac:spMkLst>
            <pc:docMk/>
            <pc:sldMk cId="446955226" sldId="289"/>
            <ac:spMk id="4" creationId="{DBC3FF36-AD6A-469A-9890-E604D89A178C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2:55:08.321" v="1299" actId="1076"/>
          <ac:spMkLst>
            <pc:docMk/>
            <pc:sldMk cId="446955226" sldId="289"/>
            <ac:spMk id="5" creationId="{A918DA0E-007D-46E6-9504-008C6D33B357}"/>
          </ac:spMkLst>
        </pc:spChg>
      </pc:sldChg>
      <pc:sldChg chg="delSp modSp add ord replId">
        <pc:chgData name="Shane Casiano" userId="S::shanecasiano@techforgoodinc.org::4d6674cc-70ed-4b0e-b1f1-5473386097cb" providerId="AD" clId="Web-{8FF5AFFC-853E-5BD0-3DE3-42B559CA100B}" dt="2021-06-24T23:02:31.319" v="1451"/>
        <pc:sldMkLst>
          <pc:docMk/>
          <pc:sldMk cId="2329554882" sldId="290"/>
        </pc:sldMkLst>
        <pc:spChg chg="del mod">
          <ac:chgData name="Shane Casiano" userId="S::shanecasiano@techforgoodinc.org::4d6674cc-70ed-4b0e-b1f1-5473386097cb" providerId="AD" clId="Web-{8FF5AFFC-853E-5BD0-3DE3-42B559CA100B}" dt="2021-06-24T23:02:31.319" v="1451"/>
          <ac:spMkLst>
            <pc:docMk/>
            <pc:sldMk cId="2329554882" sldId="290"/>
            <ac:spMk id="3" creationId="{00000000-0000-0000-0000-000000000000}"/>
          </ac:spMkLst>
        </pc:spChg>
        <pc:spChg chg="mod">
          <ac:chgData name="Shane Casiano" userId="S::shanecasiano@techforgoodinc.org::4d6674cc-70ed-4b0e-b1f1-5473386097cb" providerId="AD" clId="Web-{8FF5AFFC-853E-5BD0-3DE3-42B559CA100B}" dt="2021-06-24T23:02:27.959" v="1448" actId="20577"/>
          <ac:spMkLst>
            <pc:docMk/>
            <pc:sldMk cId="2329554882" sldId="290"/>
            <ac:spMk id="4" creationId="{7C8153C6-7201-4570-A1B4-89500E806F8C}"/>
          </ac:spMkLst>
        </pc:spChg>
        <pc:picChg chg="del">
          <ac:chgData name="Shane Casiano" userId="S::shanecasiano@techforgoodinc.org::4d6674cc-70ed-4b0e-b1f1-5473386097cb" providerId="AD" clId="Web-{8FF5AFFC-853E-5BD0-3DE3-42B559CA100B}" dt="2021-06-24T23:02:14.115" v="1435"/>
          <ac:picMkLst>
            <pc:docMk/>
            <pc:sldMk cId="2329554882" sldId="290"/>
            <ac:picMk id="16" creationId="{B988B8D2-87C9-485A-83CE-BA82FD1354C2}"/>
          </ac:picMkLst>
        </pc:picChg>
      </pc:sldChg>
      <pc:sldChg chg="new del">
        <pc:chgData name="Shane Casiano" userId="S::shanecasiano@techforgoodinc.org::4d6674cc-70ed-4b0e-b1f1-5473386097cb" providerId="AD" clId="Web-{8FF5AFFC-853E-5BD0-3DE3-42B559CA100B}" dt="2021-06-24T22:59:50.064" v="1431"/>
        <pc:sldMkLst>
          <pc:docMk/>
          <pc:sldMk cId="2885168858" sldId="290"/>
        </pc:sldMkLst>
      </pc:sldChg>
    </pc:docChg>
  </pc:docChgLst>
  <pc:docChgLst>
    <pc:chgData name="Shafin Haque" userId="S::shafinhaque@techforgoodinc.org::97638443-9f88-4dd7-a32b-b648d83611fc" providerId="AD" clId="Web-{267F8A48-3053-6069-1819-B39F74C2EF4A}"/>
    <pc:docChg chg="modSld">
      <pc:chgData name="Shafin Haque" userId="S::shafinhaque@techforgoodinc.org::97638443-9f88-4dd7-a32b-b648d83611fc" providerId="AD" clId="Web-{267F8A48-3053-6069-1819-B39F74C2EF4A}" dt="2021-06-22T16:33:33.351" v="3" actId="20577"/>
      <pc:docMkLst>
        <pc:docMk/>
      </pc:docMkLst>
      <pc:sldChg chg="modSp">
        <pc:chgData name="Shafin Haque" userId="S::shafinhaque@techforgoodinc.org::97638443-9f88-4dd7-a32b-b648d83611fc" providerId="AD" clId="Web-{267F8A48-3053-6069-1819-B39F74C2EF4A}" dt="2021-06-22T16:33:33.351" v="3" actId="20577"/>
        <pc:sldMkLst>
          <pc:docMk/>
          <pc:sldMk cId="109857222" sldId="256"/>
        </pc:sldMkLst>
        <pc:spChg chg="mod">
          <ac:chgData name="Shafin Haque" userId="S::shafinhaque@techforgoodinc.org::97638443-9f88-4dd7-a32b-b648d83611fc" providerId="AD" clId="Web-{267F8A48-3053-6069-1819-B39F74C2EF4A}" dt="2021-06-22T16:33:33.351" v="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Shafin Haque" userId="S::shafinhaque@techforgoodinc.org::97638443-9f88-4dd7-a32b-b648d83611fc" providerId="AD" clId="Web-{51625A5D-A77A-49B3-9AFE-6BD2E4283980}"/>
    <pc:docChg chg="modSld addMainMaster delMainMaster">
      <pc:chgData name="Shafin Haque" userId="S::shafinhaque@techforgoodinc.org::97638443-9f88-4dd7-a32b-b648d83611fc" providerId="AD" clId="Web-{51625A5D-A77A-49B3-9AFE-6BD2E4283980}" dt="2021-06-22T16:30:50.934" v="41" actId="20577"/>
      <pc:docMkLst>
        <pc:docMk/>
      </pc:docMkLst>
      <pc:sldChg chg="addSp delSp modSp mod setBg modClrScheme chgLayout">
        <pc:chgData name="Shafin Haque" userId="S::shafinhaque@techforgoodinc.org::97638443-9f88-4dd7-a32b-b648d83611fc" providerId="AD" clId="Web-{51625A5D-A77A-49B3-9AFE-6BD2E4283980}" dt="2021-06-22T16:30:50.934" v="41" actId="20577"/>
        <pc:sldMkLst>
          <pc:docMk/>
          <pc:sldMk cId="109857222" sldId="256"/>
        </pc:sldMkLst>
        <pc:spChg chg="mod">
          <ac:chgData name="Shafin Haque" userId="S::shafinhaque@techforgoodinc.org::97638443-9f88-4dd7-a32b-b648d83611fc" providerId="AD" clId="Web-{51625A5D-A77A-49B3-9AFE-6BD2E4283980}" dt="2021-06-22T16:28:34.009" v="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fin Haque" userId="S::shafinhaque@techforgoodinc.org::97638443-9f88-4dd7-a32b-b648d83611fc" providerId="AD" clId="Web-{51625A5D-A77A-49B3-9AFE-6BD2E4283980}" dt="2021-06-22T16:30:50.934" v="41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14.618" v="3"/>
          <ac:spMkLst>
            <pc:docMk/>
            <pc:sldMk cId="109857222" sldId="256"/>
            <ac:spMk id="5" creationId="{7A18C9FB-EC4C-4DAE-8F7D-C6E5AF607958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14.618" v="3"/>
          <ac:spMkLst>
            <pc:docMk/>
            <pc:sldMk cId="109857222" sldId="256"/>
            <ac:spMk id="7" creationId="{F47DB6CD-8E9E-4643-B3B6-01BD80429B3C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33.946" v="5"/>
          <ac:spMkLst>
            <pc:docMk/>
            <pc:sldMk cId="109857222" sldId="256"/>
            <ac:spMk id="8" creationId="{F619DE0E-F039-443E-AF60-E4B6AA72D29F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11.633" v="1"/>
          <ac:spMkLst>
            <pc:docMk/>
            <pc:sldMk cId="109857222" sldId="256"/>
            <ac:spMk id="9" creationId="{CA22F210-7186-4074-94C5-FAD2C2EB15B2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33.946" v="5"/>
          <ac:spMkLst>
            <pc:docMk/>
            <pc:sldMk cId="109857222" sldId="256"/>
            <ac:spMk id="10" creationId="{AA065953-3D69-4CD4-80C3-DF10DEB4C761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11.633" v="1"/>
          <ac:spMkLst>
            <pc:docMk/>
            <pc:sldMk cId="109857222" sldId="256"/>
            <ac:spMk id="11" creationId="{11C4FED8-D85F-4B52-875F-AB6873B50373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33.946" v="5"/>
          <ac:spMkLst>
            <pc:docMk/>
            <pc:sldMk cId="109857222" sldId="256"/>
            <ac:spMk id="13" creationId="{2AB36DB5-F10D-4EDB-87E2-ECB9301FFC62}"/>
          </ac:spMkLst>
        </pc:spChg>
        <pc:spChg chg="add">
          <ac:chgData name="Shafin Haque" userId="S::shafinhaque@techforgoodinc.org::97638443-9f88-4dd7-a32b-b648d83611fc" providerId="AD" clId="Web-{51625A5D-A77A-49B3-9AFE-6BD2E4283980}" dt="2021-06-22T16:28:34.009" v="6"/>
          <ac:spMkLst>
            <pc:docMk/>
            <pc:sldMk cId="109857222" sldId="256"/>
            <ac:spMk id="14" creationId="{55B419A7-F817-4767-8CCB-FB0E189C4ACD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33.946" v="5"/>
          <ac:spMkLst>
            <pc:docMk/>
            <pc:sldMk cId="109857222" sldId="256"/>
            <ac:spMk id="15" creationId="{446F195D-95DC-419E-BBC1-E2B601A6067B}"/>
          </ac:spMkLst>
        </pc:spChg>
        <pc:spChg chg="add del">
          <ac:chgData name="Shafin Haque" userId="S::shafinhaque@techforgoodinc.org::97638443-9f88-4dd7-a32b-b648d83611fc" providerId="AD" clId="Web-{51625A5D-A77A-49B3-9AFE-6BD2E4283980}" dt="2021-06-22T16:28:33.946" v="5"/>
          <ac:spMkLst>
            <pc:docMk/>
            <pc:sldMk cId="109857222" sldId="256"/>
            <ac:spMk id="17" creationId="{55993D72-5628-4E5E-BB9F-96066414EEFD}"/>
          </ac:spMkLst>
        </pc:spChg>
        <pc:spChg chg="add">
          <ac:chgData name="Shafin Haque" userId="S::shafinhaque@techforgoodinc.org::97638443-9f88-4dd7-a32b-b648d83611fc" providerId="AD" clId="Web-{51625A5D-A77A-49B3-9AFE-6BD2E4283980}" dt="2021-06-22T16:28:34.009" v="6"/>
          <ac:spMkLst>
            <pc:docMk/>
            <pc:sldMk cId="109857222" sldId="256"/>
            <ac:spMk id="19" creationId="{ADA271CD-3011-4A05-B4A3-80F1794684F2}"/>
          </ac:spMkLst>
        </pc:spChg>
        <pc:picChg chg="add del">
          <ac:chgData name="Shafin Haque" userId="S::shafinhaque@techforgoodinc.org::97638443-9f88-4dd7-a32b-b648d83611fc" providerId="AD" clId="Web-{51625A5D-A77A-49B3-9AFE-6BD2E4283980}" dt="2021-06-22T16:28:11.633" v="1"/>
          <ac:picMkLst>
            <pc:docMk/>
            <pc:sldMk cId="109857222" sldId="256"/>
            <ac:picMk id="4" creationId="{4984F10F-1111-4E74-AB13-5CEAB649EEAA}"/>
          </ac:picMkLst>
        </pc:picChg>
        <pc:picChg chg="add del">
          <ac:chgData name="Shafin Haque" userId="S::shafinhaque@techforgoodinc.org::97638443-9f88-4dd7-a32b-b648d83611fc" providerId="AD" clId="Web-{51625A5D-A77A-49B3-9AFE-6BD2E4283980}" dt="2021-06-22T16:28:14.618" v="3"/>
          <ac:picMkLst>
            <pc:docMk/>
            <pc:sldMk cId="109857222" sldId="256"/>
            <ac:picMk id="6" creationId="{7F129357-6E87-46E6-8A24-77F66A7D5722}"/>
          </ac:picMkLst>
        </pc:picChg>
        <pc:picChg chg="add del">
          <ac:chgData name="Shafin Haque" userId="S::shafinhaque@techforgoodinc.org::97638443-9f88-4dd7-a32b-b648d83611fc" providerId="AD" clId="Web-{51625A5D-A77A-49B3-9AFE-6BD2E4283980}" dt="2021-06-22T16:28:33.946" v="5"/>
          <ac:picMkLst>
            <pc:docMk/>
            <pc:sldMk cId="109857222" sldId="256"/>
            <ac:picMk id="12" creationId="{6B38347B-4E35-421B-8CF1-FB16F15B70B3}"/>
          </ac:picMkLst>
        </pc:picChg>
        <pc:picChg chg="add">
          <ac:chgData name="Shafin Haque" userId="S::shafinhaque@techforgoodinc.org::97638443-9f88-4dd7-a32b-b648d83611fc" providerId="AD" clId="Web-{51625A5D-A77A-49B3-9AFE-6BD2E4283980}" dt="2021-06-22T16:28:34.009" v="6"/>
          <ac:picMkLst>
            <pc:docMk/>
            <pc:sldMk cId="109857222" sldId="256"/>
            <ac:picMk id="16" creationId="{B988B8D2-87C9-485A-83CE-BA82FD1354C2}"/>
          </ac:picMkLst>
        </pc:picChg>
        <pc:cxnChg chg="add">
          <ac:chgData name="Shafin Haque" userId="S::shafinhaque@techforgoodinc.org::97638443-9f88-4dd7-a32b-b648d83611fc" providerId="AD" clId="Web-{51625A5D-A77A-49B3-9AFE-6BD2E4283980}" dt="2021-06-22T16:28:34.009" v="6"/>
          <ac:cxnSpMkLst>
            <pc:docMk/>
            <pc:sldMk cId="109857222" sldId="256"/>
            <ac:cxnSpMk id="18" creationId="{E3B95BE3-D5B2-4F38-9A01-17866C9FBA6E}"/>
          </ac:cxnSpMkLst>
        </pc:cxnChg>
      </pc:sldChg>
      <pc:sldMasterChg chg="add del addSldLayout delSldLayout">
        <pc:chgData name="Shafin Haque" userId="S::shafinhaque@techforgoodinc.org::97638443-9f88-4dd7-a32b-b648d83611fc" providerId="AD" clId="Web-{51625A5D-A77A-49B3-9AFE-6BD2E4283980}" dt="2021-06-22T16:28:34.009" v="6"/>
        <pc:sldMasterMkLst>
          <pc:docMk/>
          <pc:sldMasterMk cId="2460954070" sldId="2147483660"/>
        </pc:sldMasterMkLst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Shafin Haque" userId="S::shafinhaque@techforgoodinc.org::97638443-9f88-4dd7-a32b-b648d83611fc" providerId="AD" clId="Web-{51625A5D-A77A-49B3-9AFE-6BD2E4283980}" dt="2021-06-22T16:28:11.633" v="1"/>
        <pc:sldMasterMkLst>
          <pc:docMk/>
          <pc:sldMasterMk cId="3678871331" sldId="2147483672"/>
        </pc:sldMasterMkLst>
        <pc:sldLayoutChg chg="add del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710980706" sldId="2147483673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673510284" sldId="2147483674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094097668" sldId="2147483675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2037414543" sldId="2147483676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62081088" sldId="2147483677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2113558262" sldId="2147483678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682202623" sldId="2147483679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78109699" sldId="2147483680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30780348" sldId="2147483681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1905518986" sldId="2147483682"/>
          </pc:sldLayoutMkLst>
        </pc:sldLayoutChg>
        <pc:sldLayoutChg chg="add del replId">
          <pc:chgData name="Shafin Haque" userId="S::shafinhaque@techforgoodinc.org::97638443-9f88-4dd7-a32b-b648d83611fc" providerId="AD" clId="Web-{51625A5D-A77A-49B3-9AFE-6BD2E4283980}" dt="2021-06-22T16:28:11.633" v="1"/>
          <pc:sldLayoutMkLst>
            <pc:docMk/>
            <pc:sldMasterMk cId="3678871331" sldId="2147483672"/>
            <pc:sldLayoutMk cId="4194364875" sldId="2147483683"/>
          </pc:sldLayoutMkLst>
        </pc:sldLayoutChg>
      </pc:sldMasterChg>
      <pc:sldMasterChg chg="add addSldLayout">
        <pc:chgData name="Shafin Haque" userId="S::shafinhaque@techforgoodinc.org::97638443-9f88-4dd7-a32b-b648d83611fc" providerId="AD" clId="Web-{51625A5D-A77A-49B3-9AFE-6BD2E4283980}" dt="2021-06-22T16:28:34.009" v="6"/>
        <pc:sldMasterMkLst>
          <pc:docMk/>
          <pc:sldMasterMk cId="1858621433" sldId="2147483737"/>
        </pc:sldMasterMkLst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1352255817" sldId="2147483726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2049783277" sldId="2147483727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968463401" sldId="2147483728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2392033553" sldId="2147483729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4096327742" sldId="2147483730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1931478778" sldId="2147483731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4014924830" sldId="2147483732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1971360397" sldId="2147483733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1965984295" sldId="2147483734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2451655445" sldId="2147483735"/>
          </pc:sldLayoutMkLst>
        </pc:sldLayoutChg>
        <pc:sldLayoutChg chg="add">
          <pc:chgData name="Shafin Haque" userId="S::shafinhaque@techforgoodinc.org::97638443-9f88-4dd7-a32b-b648d83611fc" providerId="AD" clId="Web-{51625A5D-A77A-49B3-9AFE-6BD2E4283980}" dt="2021-06-22T16:28:34.009" v="6"/>
          <pc:sldLayoutMkLst>
            <pc:docMk/>
            <pc:sldMasterMk cId="1858621433" sldId="2147483737"/>
            <pc:sldLayoutMk cId="2936886450" sldId="2147483736"/>
          </pc:sldLayoutMkLst>
        </pc:sldLayoutChg>
      </pc:sldMasterChg>
      <pc:sldMasterChg chg="add del addSldLayout delSldLayout">
        <pc:chgData name="Shafin Haque" userId="S::shafinhaque@techforgoodinc.org::97638443-9f88-4dd7-a32b-b648d83611fc" providerId="AD" clId="Web-{51625A5D-A77A-49B3-9AFE-6BD2E4283980}" dt="2021-06-22T16:28:33.946" v="5"/>
        <pc:sldMasterMkLst>
          <pc:docMk/>
          <pc:sldMasterMk cId="3601128514" sldId="2147483751"/>
        </pc:sldMasterMkLst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500948104" sldId="2147483740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983438264" sldId="2147483741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3447997074" sldId="2147483742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985615143" sldId="2147483743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1170020285" sldId="2147483744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263893979" sldId="2147483745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2174676413" sldId="2147483746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589108388" sldId="2147483747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2740437762" sldId="2147483748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2272470812" sldId="2147483749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33.946" v="5"/>
          <pc:sldLayoutMkLst>
            <pc:docMk/>
            <pc:sldMasterMk cId="3601128514" sldId="2147483751"/>
            <pc:sldLayoutMk cId="2829214645" sldId="2147483750"/>
          </pc:sldLayoutMkLst>
        </pc:sldLayoutChg>
      </pc:sldMasterChg>
      <pc:sldMasterChg chg="add del addSldLayout delSldLayout">
        <pc:chgData name="Shafin Haque" userId="S::shafinhaque@techforgoodinc.org::97638443-9f88-4dd7-a32b-b648d83611fc" providerId="AD" clId="Web-{51625A5D-A77A-49B3-9AFE-6BD2E4283980}" dt="2021-06-22T16:28:14.618" v="3"/>
        <pc:sldMasterMkLst>
          <pc:docMk/>
          <pc:sldMasterMk cId="1381779495" sldId="2147483764"/>
        </pc:sldMasterMkLst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1387836549" sldId="2147483753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427309352" sldId="2147483754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3556717090" sldId="2147483755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4182987295" sldId="2147483756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4096475315" sldId="2147483757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2198519916" sldId="2147483758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857607802" sldId="2147483759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340339839" sldId="2147483760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3046194918" sldId="2147483761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3698849778" sldId="2147483762"/>
          </pc:sldLayoutMkLst>
        </pc:sldLayoutChg>
        <pc:sldLayoutChg chg="add del">
          <pc:chgData name="Shafin Haque" userId="S::shafinhaque@techforgoodinc.org::97638443-9f88-4dd7-a32b-b648d83611fc" providerId="AD" clId="Web-{51625A5D-A77A-49B3-9AFE-6BD2E4283980}" dt="2021-06-22T16:28:14.618" v="3"/>
          <pc:sldLayoutMkLst>
            <pc:docMk/>
            <pc:sldMasterMk cId="1381779495" sldId="2147483764"/>
            <pc:sldLayoutMk cId="2944101633" sldId="214748376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74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8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9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43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4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5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1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8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5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03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381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0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6452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77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57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3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793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>
            <a:extLst>
              <a:ext uri="{FF2B5EF4-FFF2-40B4-BE49-F238E27FC236}">
                <a16:creationId xmlns:a16="http://schemas.microsoft.com/office/drawing/2014/main" id="{B988B8D2-87C9-485A-83CE-BA82FD1354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t="14917" b="356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5172" y="3411051"/>
            <a:ext cx="5852160" cy="1947333"/>
          </a:xfrm>
        </p:spPr>
        <p:txBody>
          <a:bodyPr>
            <a:normAutofit fontScale="62500" lnSpcReduction="20000"/>
          </a:bodyPr>
          <a:lstStyle/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Kenenth Chin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Shane Casiano</a:t>
            </a:r>
            <a:endParaRPr lang="en-US" err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Jack Donelson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Shafin Haque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Christopher Lopez</a:t>
            </a:r>
          </a:p>
          <a:p>
            <a:r>
              <a:rPr lang="en-US">
                <a:solidFill>
                  <a:schemeClr val="tx1"/>
                </a:solidFill>
              </a:rPr>
              <a:t>Elisha </a:t>
            </a:r>
            <a:r>
              <a:rPr lang="en-US" err="1">
                <a:solidFill>
                  <a:schemeClr val="tx1"/>
                </a:solidFill>
              </a:rPr>
              <a:t>Shmalo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Yaodong Qiu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153C6-7201-4570-A1B4-89500E806F8C}"/>
              </a:ext>
            </a:extLst>
          </p:cNvPr>
          <p:cNvSpPr txBox="1"/>
          <p:nvPr/>
        </p:nvSpPr>
        <p:spPr>
          <a:xfrm>
            <a:off x="743712" y="1920240"/>
            <a:ext cx="58948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 err="1"/>
              <a:t>FireFly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853440" y="432816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Problem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853440" y="2115312"/>
            <a:ext cx="5334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Transportation is expensive</a:t>
            </a:r>
          </a:p>
          <a:p>
            <a:pPr marL="285750" indent="-285750"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Transportation is difficult to access</a:t>
            </a:r>
          </a:p>
          <a:p>
            <a:pPr marL="285750" indent="-285750"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Lack of transportation = Lack of opportunity</a:t>
            </a:r>
          </a:p>
          <a:p>
            <a:pPr marL="285750" indent="-285750"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Transportation infrastructure is almost non-existent in many third-world countries</a:t>
            </a:r>
          </a:p>
          <a:p>
            <a:pPr marL="285750" indent="-285750">
              <a:buFont typeface="Arial,Sans-Serif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How do we stimulate the increase of transportation in third-world countries</a:t>
            </a:r>
          </a:p>
        </p:txBody>
      </p:sp>
      <p:pic>
        <p:nvPicPr>
          <p:cNvPr id="2" name="Picture 2" descr="A picture containing text, outdoor, marketplace, city&#10;&#10;Description automatically generated">
            <a:extLst>
              <a:ext uri="{FF2B5EF4-FFF2-40B4-BE49-F238E27FC236}">
                <a16:creationId xmlns:a16="http://schemas.microsoft.com/office/drawing/2014/main" id="{4EAD5867-9BDE-4623-9A9A-FFA8C7202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9556861" y="1969794"/>
            <a:ext cx="2406519" cy="1469634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AD6387B8-40D2-4971-916B-C5C3DF5F9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7779516" y="3718219"/>
            <a:ext cx="2383536" cy="15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68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853440" y="432816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Solution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853440" y="1450848"/>
            <a:ext cx="708285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Stimulate the increase in transportation in two major components: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Data driven component: An A.I. to determine how many resources (drivers and cars) should be sent to a location.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Front-end component: A public transportation subscription platform (think Netflix but for PT).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Work with government entities or public transportation sectors to provide a model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Built on data collected from companies, governments, and possible users.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This data allows for the allocation of vehicles and other infrastructure based closely to the assumed need.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Overall jobs will be created through the drivers. And the transportation will provide more opportunities for citizens.</a:t>
            </a:r>
          </a:p>
        </p:txBody>
      </p:sp>
      <p:pic>
        <p:nvPicPr>
          <p:cNvPr id="2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B730526A-6D31-489F-ACE2-F100E1095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60000">
            <a:off x="8390955" y="4172166"/>
            <a:ext cx="1708255" cy="1137848"/>
          </a:xfrm>
          <a:prstGeom prst="rect">
            <a:avLst/>
          </a:prstGeom>
        </p:spPr>
      </p:pic>
      <p:pic>
        <p:nvPicPr>
          <p:cNvPr id="3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0BFDD9B1-81DC-4834-86AB-2DF52FE8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10082537" y="2572353"/>
            <a:ext cx="1707474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4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853440" y="432816"/>
            <a:ext cx="4401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Architecture</a:t>
            </a:r>
            <a:endParaRPr lang="en-US" sz="4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853440" y="1395984"/>
            <a:ext cx="6033540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Built as much as possible on cloud infrastructure provided by AWS, Google Cloud, or Azure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Front-end: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Built primarily on PHP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Connected to SQL database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Back-end: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SQL connector to machine-learning data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Machine Learning: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can be gathered from several sources:</a:t>
            </a:r>
          </a:p>
          <a:p>
            <a:pPr marL="1257300" lvl="2" indent="-342900">
              <a:buAutoNum type="arabicPeriod"/>
            </a:pPr>
            <a:r>
              <a:rPr lang="en-US">
                <a:ea typeface="+mn-lt"/>
                <a:cs typeface="+mn-lt"/>
              </a:rPr>
              <a:t>Governmental assistance.</a:t>
            </a:r>
          </a:p>
          <a:p>
            <a:pPr marL="1257300" lvl="2" indent="-342900">
              <a:buFontTx/>
              <a:buAutoNum type="arabicPeriod"/>
            </a:pPr>
            <a:r>
              <a:rPr lang="en-US">
                <a:ea typeface="+mn-lt"/>
                <a:cs typeface="+mn-lt"/>
              </a:rPr>
              <a:t>Other transportation services in the area.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analysis/manipulation will be handled in Python using NumPy and Pandas.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 will use GCP's AI Infrastructure to train the AI model</a:t>
            </a:r>
          </a:p>
        </p:txBody>
      </p:sp>
      <p:pic>
        <p:nvPicPr>
          <p:cNvPr id="8" name="Picture 8" descr="Logo&#10;&#10;Description automatically generated">
            <a:extLst>
              <a:ext uri="{FF2B5EF4-FFF2-40B4-BE49-F238E27FC236}">
                <a16:creationId xmlns:a16="http://schemas.microsoft.com/office/drawing/2014/main" id="{E1A67243-DD85-44CE-BDF1-240CE1A2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10423087" y="2078459"/>
            <a:ext cx="1645920" cy="867346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53A7FD0-2347-413F-ACC9-F01391FC66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63" t="21872" r="23767" b="21627"/>
          <a:stretch/>
        </p:blipFill>
        <p:spPr>
          <a:xfrm rot="18900000">
            <a:off x="9097295" y="3236449"/>
            <a:ext cx="1633965" cy="1197745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89539BD-B15F-4D3B-B60D-859F796E9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900000">
            <a:off x="8476640" y="4524980"/>
            <a:ext cx="963168" cy="976878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BBF7FAB1-9261-40F9-88B8-F6BCEF342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931" y="5311378"/>
            <a:ext cx="1180006" cy="124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61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853440" y="432816"/>
            <a:ext cx="4401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Financial</a:t>
            </a:r>
            <a:endParaRPr lang="en-US" sz="4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853440" y="2292096"/>
            <a:ext cx="604603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Cost analysis (things someone will need to pay for):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The actual vehicles. 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Background checks on the  (if necessary).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Upkeep of the servers.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Income: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Potential Government funding.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Donations and Investments.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Payment for Subscription (The more we get from the others, the cheaper this has to be).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Advertisements</a:t>
            </a:r>
          </a:p>
        </p:txBody>
      </p:sp>
      <p:pic>
        <p:nvPicPr>
          <p:cNvPr id="2" name="Picture 2" descr="Icon&#10;&#10;Description automatically generated">
            <a:extLst>
              <a:ext uri="{FF2B5EF4-FFF2-40B4-BE49-F238E27FC236}">
                <a16:creationId xmlns:a16="http://schemas.microsoft.com/office/drawing/2014/main" id="{C7E80ED4-5F10-4CEC-A73C-C09E8E4C9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700000">
            <a:off x="10163167" y="1938113"/>
            <a:ext cx="1868305" cy="1868305"/>
          </a:xfrm>
          <a:prstGeom prst="rect">
            <a:avLst/>
          </a:prstGeom>
        </p:spPr>
      </p:pic>
      <p:pic>
        <p:nvPicPr>
          <p:cNvPr id="3" name="Picture 5" descr="Text, calendar&#10;&#10;Description automatically generated">
            <a:extLst>
              <a:ext uri="{FF2B5EF4-FFF2-40B4-BE49-F238E27FC236}">
                <a16:creationId xmlns:a16="http://schemas.microsoft.com/office/drawing/2014/main" id="{CA77B543-E08B-4CFC-9B98-366927AA1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8088419" y="3745239"/>
            <a:ext cx="2705725" cy="138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778489" y="307898"/>
            <a:ext cx="4401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Competitors</a:t>
            </a:r>
            <a:endParaRPr lang="en-US" sz="4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541145" y="1135555"/>
            <a:ext cx="533400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Possible competitors would depend on implementation: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If we provide the service as its own company, than local governments and transportation agencies would directly compete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If we provide the service simply as the data collection and handling portion, there would realistically be no competition with exception to a possible companies own implementation of transportation allocation.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flexibility of our model allows for multiple ways to implement the same core service</a:t>
            </a:r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But we don’t really know who the competitors will be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2" name="Picture 2" descr="Logo&#10;&#10;Description automatically generated">
            <a:extLst>
              <a:ext uri="{FF2B5EF4-FFF2-40B4-BE49-F238E27FC236}">
                <a16:creationId xmlns:a16="http://schemas.microsoft.com/office/drawing/2014/main" id="{F144B50E-1E0F-468A-87E3-5B58F19F18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68" t="-400" r="25759" b="232"/>
          <a:stretch/>
        </p:blipFill>
        <p:spPr>
          <a:xfrm rot="18900000">
            <a:off x="9680247" y="5599813"/>
            <a:ext cx="727184" cy="804443"/>
          </a:xfrm>
          <a:prstGeom prst="rect">
            <a:avLst/>
          </a:prstGeom>
        </p:spPr>
      </p:pic>
      <p:pic>
        <p:nvPicPr>
          <p:cNvPr id="3" name="Picture 5" descr="Logo&#10;&#10;Description automatically generated">
            <a:extLst>
              <a:ext uri="{FF2B5EF4-FFF2-40B4-BE49-F238E27FC236}">
                <a16:creationId xmlns:a16="http://schemas.microsoft.com/office/drawing/2014/main" id="{B2F4C15B-13E7-4336-A8F7-8279BECEE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700000">
            <a:off x="10374092" y="5180251"/>
            <a:ext cx="544643" cy="557135"/>
          </a:xfrm>
          <a:prstGeom prst="rect">
            <a:avLst/>
          </a:prstGeom>
        </p:spPr>
      </p:pic>
      <p:pic>
        <p:nvPicPr>
          <p:cNvPr id="7" name="Picture 7" descr="A picture containing toy, doll, vector graphics&#10;&#10;Description automatically generated">
            <a:extLst>
              <a:ext uri="{FF2B5EF4-FFF2-40B4-BE49-F238E27FC236}">
                <a16:creationId xmlns:a16="http://schemas.microsoft.com/office/drawing/2014/main" id="{1C87A831-1240-467A-968C-D0C836D6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520000">
            <a:off x="7388326" y="1808261"/>
            <a:ext cx="4848118" cy="32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0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3FF36-AD6A-469A-9890-E604D89A178C}"/>
              </a:ext>
            </a:extLst>
          </p:cNvPr>
          <p:cNvSpPr txBox="1"/>
          <p:nvPr/>
        </p:nvSpPr>
        <p:spPr>
          <a:xfrm>
            <a:off x="853440" y="432816"/>
            <a:ext cx="44013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>
                <a:ea typeface="+mn-lt"/>
                <a:cs typeface="+mn-lt"/>
              </a:rPr>
              <a:t>Support</a:t>
            </a:r>
            <a:endParaRPr lang="en-US" sz="4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DA0E-007D-46E6-9504-008C6D33B357}"/>
              </a:ext>
            </a:extLst>
          </p:cNvPr>
          <p:cNvSpPr txBox="1"/>
          <p:nvPr/>
        </p:nvSpPr>
        <p:spPr>
          <a:xfrm>
            <a:off x="853440" y="1804416"/>
            <a:ext cx="5334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Decreasing the cost of transportation by allocating resources where they are needed most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Improving the availability of work based on additional needs for the transportation services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Better overall control over public transportation that can be scaled from small areas to multiple countries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Potential to become a global transportation allocation system</a:t>
            </a:r>
          </a:p>
        </p:txBody>
      </p:sp>
      <p:pic>
        <p:nvPicPr>
          <p:cNvPr id="2" name="Picture 2" descr="Icon&#10;&#10;Description automatically generated">
            <a:extLst>
              <a:ext uri="{FF2B5EF4-FFF2-40B4-BE49-F238E27FC236}">
                <a16:creationId xmlns:a16="http://schemas.microsoft.com/office/drawing/2014/main" id="{63ED55AD-E627-4470-8F91-DBFC9441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9427943" y="2013951"/>
            <a:ext cx="2418414" cy="1616440"/>
          </a:xfrm>
          <a:prstGeom prst="rect">
            <a:avLst/>
          </a:prstGeom>
        </p:spPr>
      </p:pic>
      <p:pic>
        <p:nvPicPr>
          <p:cNvPr id="3" name="Picture 5" descr="Icon&#10;&#10;Description automatically generated">
            <a:extLst>
              <a:ext uri="{FF2B5EF4-FFF2-40B4-BE49-F238E27FC236}">
                <a16:creationId xmlns:a16="http://schemas.microsoft.com/office/drawing/2014/main" id="{59BAC9A5-9696-4207-9708-FB34412F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7734429" y="3603655"/>
            <a:ext cx="2043191" cy="204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5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8153C6-7201-4570-A1B4-89500E806F8C}"/>
              </a:ext>
            </a:extLst>
          </p:cNvPr>
          <p:cNvSpPr txBox="1"/>
          <p:nvPr/>
        </p:nvSpPr>
        <p:spPr>
          <a:xfrm>
            <a:off x="743712" y="1920240"/>
            <a:ext cx="58948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/>
              <a:t>Questions?</a:t>
            </a:r>
          </a:p>
        </p:txBody>
      </p:sp>
      <p:pic>
        <p:nvPicPr>
          <p:cNvPr id="2" name="Picture 2" descr="Logo&#10;&#10;Description automatically generated">
            <a:extLst>
              <a:ext uri="{FF2B5EF4-FFF2-40B4-BE49-F238E27FC236}">
                <a16:creationId xmlns:a16="http://schemas.microsoft.com/office/drawing/2014/main" id="{A3536004-7EBE-433C-AE41-2A93805B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154" y="323163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5488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2021-06-22T16:27:09Z</dcterms:created>
  <dcterms:modified xsi:type="dcterms:W3CDTF">2021-06-25T00:13:32Z</dcterms:modified>
</cp:coreProperties>
</file>